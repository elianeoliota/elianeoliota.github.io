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9"/>
  </p:notesMasterIdLst>
  <p:handoutMasterIdLst>
    <p:handoutMasterId r:id="rId20"/>
  </p:handoutMasterIdLst>
  <p:sldIdLst>
    <p:sldId id="2448" r:id="rId5"/>
    <p:sldId id="2462" r:id="rId6"/>
    <p:sldId id="260" r:id="rId7"/>
    <p:sldId id="259" r:id="rId8"/>
    <p:sldId id="2451" r:id="rId9"/>
    <p:sldId id="2464" r:id="rId10"/>
    <p:sldId id="2467" r:id="rId11"/>
    <p:sldId id="2465" r:id="rId12"/>
    <p:sldId id="262" r:id="rId13"/>
    <p:sldId id="2466" r:id="rId14"/>
    <p:sldId id="2463" r:id="rId15"/>
    <p:sldId id="2456" r:id="rId16"/>
    <p:sldId id="2450" r:id="rId17"/>
    <p:sldId id="2436" r:id="rId18"/>
  </p:sldIdLst>
  <p:sldSz cx="12192000" cy="6858000"/>
  <p:notesSz cx="6858000" cy="9144000"/>
  <p:defaultTextStyle>
    <a:defPPr rtl="0"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92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141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023B"/>
    <a:srgbClr val="898989"/>
    <a:srgbClr val="2F3342"/>
    <a:srgbClr val="A53F52"/>
    <a:srgbClr val="2C2153"/>
    <a:srgbClr val="E9975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5033" autoAdjust="0"/>
  </p:normalViewPr>
  <p:slideViewPr>
    <p:cSldViewPr snapToGrid="0">
      <p:cViewPr varScale="1">
        <p:scale>
          <a:sx n="74" d="100"/>
          <a:sy n="74" d="100"/>
        </p:scale>
        <p:origin x="576" y="60"/>
      </p:cViewPr>
      <p:guideLst>
        <p:guide orient="horz" pos="1992"/>
        <p:guide pos="3840"/>
        <p:guide orient="horz" pos="1416"/>
      </p:guideLst>
    </p:cSldViewPr>
  </p:slideViewPr>
  <p:outlineViewPr>
    <p:cViewPr>
      <p:scale>
        <a:sx n="33" d="100"/>
        <a:sy n="33" d="100"/>
      </p:scale>
      <p:origin x="0" y="-5189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30" d="100"/>
        <a:sy n="130" d="100"/>
      </p:scale>
      <p:origin x="0" y="-8722"/>
    </p:cViewPr>
  </p:sorterViewPr>
  <p:notesViewPr>
    <p:cSldViewPr snapToGrid="0">
      <p:cViewPr varScale="1">
        <p:scale>
          <a:sx n="96" d="100"/>
          <a:sy n="96" d="100"/>
        </p:scale>
        <p:origin x="2892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0F97DFCF-F890-A143-9133-C8B65C9B01E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EFE2C281-2434-D94F-B4BD-BA3CD4DB844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B9A92963-46C9-4D7F-94D4-6D8B84D8B476}" type="datetime1">
              <a:rPr lang="pt-BR" smtClean="0"/>
              <a:t>12/11/2021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5C17CBFA-633D-5540-AFAA-BE1F495EC62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t-BR"/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826B5631-D714-AD41-853B-A883ADC344D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65AE8BC-2AB3-9E4C-9797-2A6F8A74C74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739870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t-BR" noProof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156EE7-DE70-404B-BA35-609A1B771FE1}" type="datetime1">
              <a:rPr lang="pt-BR" smtClean="0"/>
              <a:pPr/>
              <a:t>12/11/2021</a:t>
            </a:fld>
            <a:endParaRPr lang="pt-BR" dirty="0"/>
          </a:p>
        </p:txBody>
      </p:sp>
      <p:sp>
        <p:nvSpPr>
          <p:cNvPr id="4" name="Espaço Reservado para Imagem do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pt-BR" noProof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228B34ED-4CDD-41C9-90F7-D768D5559A6F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422597063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228B34ED-4CDD-41C9-90F7-D768D5559A6F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96574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228B34ED-4CDD-41C9-90F7-D768D5559A6F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25083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228B34ED-4CDD-41C9-90F7-D768D5559A6F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600104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228B34ED-4CDD-41C9-90F7-D768D5559A6F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294914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228B34ED-4CDD-41C9-90F7-D768D5559A6F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207552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228B34ED-4CDD-41C9-90F7-D768D5559A6F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882205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228B34ED-4CDD-41C9-90F7-D768D5559A6F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189506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 dirty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228B34ED-4CDD-41C9-90F7-D768D5559A6F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454061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228B34ED-4CDD-41C9-90F7-D768D5559A6F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647861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 dirty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228B34ED-4CDD-41C9-90F7-D768D5559A6F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333951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228B34ED-4CDD-41C9-90F7-D768D5559A6F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29491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228B34ED-4CDD-41C9-90F7-D768D5559A6F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7583799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228B34ED-4CDD-41C9-90F7-D768D5559A6F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152614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DE635FD8-712D-4EE2-A5B6-3DD8DE9C25E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 rtlCol="0"/>
          <a:lstStyle>
            <a:lvl1pPr marL="0" indent="0" algn="ctr">
              <a:buNone/>
              <a:defRPr/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14" name="Espaço Reservado para Texto 13">
            <a:extLst>
              <a:ext uri="{FF2B5EF4-FFF2-40B4-BE49-F238E27FC236}">
                <a16:creationId xmlns:a16="http://schemas.microsoft.com/office/drawing/2014/main" id="{F80209DF-C4D9-43B8-AA05-F5361915304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512343" y="5922140"/>
            <a:ext cx="5167313" cy="518795"/>
          </a:xfrm>
        </p:spPr>
        <p:txBody>
          <a:bodyPr rtlCol="0">
            <a:noAutofit/>
          </a:bodyPr>
          <a:lstStyle>
            <a:lvl1pPr marL="0" indent="0" algn="ctr">
              <a:buNone/>
              <a:defRPr sz="1800" spc="30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7" name="Espaço Reservado para Texto 6">
            <a:extLst>
              <a:ext uri="{FF2B5EF4-FFF2-40B4-BE49-F238E27FC236}">
                <a16:creationId xmlns:a16="http://schemas.microsoft.com/office/drawing/2014/main" id="{758235C5-25B1-4243-9762-4AAD3C08E8BE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38600" y="3608511"/>
            <a:ext cx="4114800" cy="518795"/>
          </a:xfr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lin ang="10800000" scaled="1"/>
            <a:tileRect/>
          </a:gradFill>
        </p:spPr>
        <p:txBody>
          <a:bodyPr rtlCol="0">
            <a:noAutofit/>
          </a:bodyPr>
          <a:lstStyle>
            <a:lvl1pPr marL="0" indent="0" algn="ctr">
              <a:buNone/>
              <a:defRPr sz="1800" cap="all" baseline="0"/>
            </a:lvl1pPr>
          </a:lstStyle>
          <a:p>
            <a:pPr rtl="0"/>
            <a:r>
              <a:rPr lang="pt-BR" spc="300" noProof="0"/>
              <a:t>ANÁLISE ANUAL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98B2C6E-DB6F-4476-8E95-9F6EC79392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0836" y="2445633"/>
            <a:ext cx="11490325" cy="823913"/>
          </a:xfrm>
        </p:spPr>
        <p:txBody>
          <a:bodyPr rtlCol="0">
            <a:noAutofit/>
          </a:bodyPr>
          <a:lstStyle>
            <a:lvl1pPr>
              <a:lnSpc>
                <a:spcPct val="150000"/>
              </a:lnSpc>
              <a:spcBef>
                <a:spcPts val="1000"/>
              </a:spcBef>
              <a:defRPr sz="4000" cap="all" spc="300" baseline="0"/>
            </a:lvl1pPr>
          </a:lstStyle>
          <a:p>
            <a:pPr rtl="0"/>
            <a:r>
              <a:rPr lang="pt-BR" noProof="0"/>
              <a:t>Clique para editar os estilos de TEXTO Mestre</a:t>
            </a:r>
          </a:p>
        </p:txBody>
      </p:sp>
    </p:spTree>
    <p:extLst>
      <p:ext uri="{BB962C8B-B14F-4D97-AF65-F5344CB8AC3E}">
        <p14:creationId xmlns:p14="http://schemas.microsoft.com/office/powerpoint/2010/main" val="318230312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spaço Reservado para Imagem 10">
            <a:extLst>
              <a:ext uri="{FF2B5EF4-FFF2-40B4-BE49-F238E27FC236}">
                <a16:creationId xmlns:a16="http://schemas.microsoft.com/office/drawing/2014/main" id="{912AA41C-A030-4521-8130-6A8E4543F27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096000" cy="6858000"/>
          </a:xfrm>
          <a:prstGeom prst="parallelogram">
            <a:avLst/>
          </a:prstGeom>
          <a:effectLst/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C83D428-B974-43F4-9246-0A2EECA11A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68819" y="642927"/>
            <a:ext cx="4846320" cy="1435947"/>
          </a:xfrm>
        </p:spPr>
        <p:txBody>
          <a:bodyPr rtlCol="0" anchor="t">
            <a:noAutofit/>
          </a:bodyPr>
          <a:lstStyle>
            <a:lvl1pPr algn="l">
              <a:lnSpc>
                <a:spcPct val="150000"/>
              </a:lnSpc>
              <a:spcBef>
                <a:spcPts val="1000"/>
              </a:spcBef>
              <a:defRPr sz="5400" baseline="0"/>
            </a:lvl1pPr>
          </a:lstStyle>
          <a:p>
            <a:pPr rtl="0"/>
            <a:r>
              <a:rPr lang="pt-BR" noProof="0"/>
              <a:t>Título</a:t>
            </a:r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C79732E-D749-40DD-8365-050285187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pt-BR" noProof="0"/>
              <a:t>Adicionar um rodapé</a:t>
            </a:r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88F55E23-C4CC-4E9B-80F4-C4BEA6E2D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C2E478F-E849-4A8C-AF1F-CBCC78A7CBFA}" type="slidenum">
              <a:rPr lang="pt-BR" noProof="0" smtClean="0"/>
              <a:t>‹nº›</a:t>
            </a:fld>
            <a:endParaRPr lang="pt-BR" noProof="0"/>
          </a:p>
        </p:txBody>
      </p:sp>
      <p:sp>
        <p:nvSpPr>
          <p:cNvPr id="13" name="Espaço Reservado para Texto 12">
            <a:extLst>
              <a:ext uri="{FF2B5EF4-FFF2-40B4-BE49-F238E27FC236}">
                <a16:creationId xmlns:a16="http://schemas.microsoft.com/office/drawing/2014/main" id="{9D00A38D-CFE8-4333-B9D2-D3E7EACA4F0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068820" y="2078875"/>
            <a:ext cx="4114800" cy="3798888"/>
          </a:xfrm>
        </p:spPr>
        <p:txBody>
          <a:bodyPr rtlCol="0">
            <a:noAutofit/>
          </a:bodyPr>
          <a:lstStyle>
            <a:lvl1pPr marL="0" indent="0">
              <a:buNone/>
              <a:defRPr sz="1800" spc="300"/>
            </a:lvl1pPr>
          </a:lstStyle>
          <a:p>
            <a:pPr lvl="0" rtl="0"/>
            <a:r>
              <a:rPr lang="pt-BR" noProof="0"/>
              <a:t>CLIQUE PARA EDITAR OS ESTILOS DE TEXTO MESTRE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1AA8588E-221D-4931-A290-C5C4184435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068820" y="6303963"/>
            <a:ext cx="3014980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6291152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Espaço Reservado para Texto 19">
            <a:extLst>
              <a:ext uri="{FF2B5EF4-FFF2-40B4-BE49-F238E27FC236}">
                <a16:creationId xmlns:a16="http://schemas.microsoft.com/office/drawing/2014/main" id="{E5539E44-E270-49B4-8B0A-07870325AA9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25539" y="1546138"/>
            <a:ext cx="4023360" cy="464871"/>
          </a:xfr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n-US" sz="1400" spc="300" baseline="0" dirty="0">
                <a:solidFill>
                  <a:schemeClr val="lt1"/>
                </a:solidFill>
              </a:defRPr>
            </a:lvl1pPr>
          </a:lstStyle>
          <a:p>
            <a:pPr marL="0" lvl="0" algn="ctr" rtl="0"/>
            <a:r>
              <a:rPr lang="pt-BR" noProof="0"/>
              <a:t>CLIQUE PARA EDITAR OS ESTILOS DE TEXTO MESTRE</a:t>
            </a:r>
          </a:p>
        </p:txBody>
      </p:sp>
      <p:sp>
        <p:nvSpPr>
          <p:cNvPr id="9" name="Espaço Reservado para Imagem 8">
            <a:extLst>
              <a:ext uri="{FF2B5EF4-FFF2-40B4-BE49-F238E27FC236}">
                <a16:creationId xmlns:a16="http://schemas.microsoft.com/office/drawing/2014/main" id="{186FE9B2-6286-484B-8943-95EE0B6B026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5416550" cy="6846932"/>
          </a:xfrm>
          <a:effectLst/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11" name="Espaço Reservado para o Número do Slide 5">
            <a:extLst>
              <a:ext uri="{FF2B5EF4-FFF2-40B4-BE49-F238E27FC236}">
                <a16:creationId xmlns:a16="http://schemas.microsoft.com/office/drawing/2014/main" id="{7D4E8708-8565-4A5B-9D9E-1D4F40EAF9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49269" y="6468303"/>
            <a:ext cx="4439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8C2E478F-E849-4A8C-AF1F-CBCC78A7CBFA}" type="slidenum">
              <a:rPr lang="pt-BR" noProof="0" smtClean="0"/>
              <a:t>‹nº›</a:t>
            </a:fld>
            <a:endParaRPr lang="pt-BR" noProof="0"/>
          </a:p>
        </p:txBody>
      </p:sp>
      <p:sp>
        <p:nvSpPr>
          <p:cNvPr id="16" name="Espaço Reservado para Conteúdo 8">
            <a:extLst>
              <a:ext uri="{FF2B5EF4-FFF2-40B4-BE49-F238E27FC236}">
                <a16:creationId xmlns:a16="http://schemas.microsoft.com/office/drawing/2014/main" id="{42436126-0370-4532-A8AD-D20897982AD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096000" y="2799617"/>
            <a:ext cx="4646246" cy="2218585"/>
          </a:xfrm>
        </p:spPr>
        <p:txBody>
          <a:bodyPr rtlCol="0">
            <a:noAutofit/>
          </a:bodyPr>
          <a:lstStyle>
            <a:lvl1pPr>
              <a:defRPr/>
            </a:lvl1pPr>
          </a:lstStyle>
          <a:p>
            <a:pPr marL="0" indent="0" rtl="0">
              <a:lnSpc>
                <a:spcPct val="100000"/>
              </a:lnSpc>
              <a:buNone/>
            </a:pPr>
            <a:r>
              <a:rPr lang="pt-BR" sz="1600" noProof="0">
                <a:cs typeface="Biome Light" panose="020B0303030204020804" pitchFamily="34" charset="0"/>
              </a:rPr>
              <a:t>Clique para editar o estilo do texto mestre.</a:t>
            </a:r>
          </a:p>
          <a:p>
            <a:pPr marL="0" indent="0" rtl="0">
              <a:buNone/>
            </a:pPr>
            <a:endParaRPr lang="pt-BR" noProof="0"/>
          </a:p>
        </p:txBody>
      </p:sp>
      <p:sp>
        <p:nvSpPr>
          <p:cNvPr id="17" name="Espaço Reservado para o Número do Slide 70">
            <a:extLst>
              <a:ext uri="{FF2B5EF4-FFF2-40B4-BE49-F238E27FC236}">
                <a16:creationId xmlns:a16="http://schemas.microsoft.com/office/drawing/2014/main" id="{AEC105AD-E933-4969-B038-0ABD6F013167}"/>
              </a:ext>
            </a:extLst>
          </p:cNvPr>
          <p:cNvSpPr txBox="1">
            <a:spLocks/>
          </p:cNvSpPr>
          <p:nvPr userDrawn="1"/>
        </p:nvSpPr>
        <p:spPr>
          <a:xfrm>
            <a:off x="11549269" y="6468303"/>
            <a:ext cx="4439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/>
            <a:fld id="{8C2E478F-E849-4A8C-AF1F-CBCC78A7CBFA}" type="slidenum">
              <a:rPr lang="pt-BR" noProof="0" smtClean="0"/>
              <a:pPr rtl="0"/>
              <a:t>‹nº›</a:t>
            </a:fld>
            <a:endParaRPr lang="pt-BR" noProof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CB0E4A3-5566-43FE-A59F-2C4F4FE7F3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5999" y="612037"/>
            <a:ext cx="5897218" cy="884238"/>
          </a:xfrm>
        </p:spPr>
        <p:txBody>
          <a:bodyPr lIns="91440" rIns="91440" rtlCol="0" anchor="t">
            <a:noAutofit/>
          </a:bodyPr>
          <a:lstStyle>
            <a:lvl1pPr algn="l">
              <a:lnSpc>
                <a:spcPct val="150000"/>
              </a:lnSpc>
              <a:spcBef>
                <a:spcPts val="1000"/>
              </a:spcBef>
              <a:defRPr sz="3200">
                <a:solidFill>
                  <a:schemeClr val="tx1"/>
                </a:solidFill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12478327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bra de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spaço Reservado para Imagem 10">
            <a:extLst>
              <a:ext uri="{FF2B5EF4-FFF2-40B4-BE49-F238E27FC236}">
                <a16:creationId xmlns:a16="http://schemas.microsoft.com/office/drawing/2014/main" id="{912AA41C-A030-4521-8130-6A8E4543F27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096000" cy="6867922"/>
          </a:xfrm>
          <a:custGeom>
            <a:avLst/>
            <a:gdLst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609600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4242487 w 6096000"/>
              <a:gd name="connsiteY2" fmla="*/ 6833286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  <a:gd name="connsiteX0" fmla="*/ 0 w 6096000"/>
              <a:gd name="connsiteY0" fmla="*/ 0 h 6867922"/>
              <a:gd name="connsiteX1" fmla="*/ 6096000 w 6096000"/>
              <a:gd name="connsiteY1" fmla="*/ 0 h 6867922"/>
              <a:gd name="connsiteX2" fmla="*/ 4228633 w 6096000"/>
              <a:gd name="connsiteY2" fmla="*/ 6867922 h 6867922"/>
              <a:gd name="connsiteX3" fmla="*/ 0 w 6096000"/>
              <a:gd name="connsiteY3" fmla="*/ 6858000 h 6867922"/>
              <a:gd name="connsiteX4" fmla="*/ 0 w 6096000"/>
              <a:gd name="connsiteY4" fmla="*/ 0 h 68679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96000" h="6867922">
                <a:moveTo>
                  <a:pt x="0" y="0"/>
                </a:moveTo>
                <a:lnTo>
                  <a:pt x="6096000" y="0"/>
                </a:lnTo>
                <a:lnTo>
                  <a:pt x="4228633" y="6867922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effectLst/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AABA725B-4BCB-1D48-9C5D-46706B1871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2262871"/>
            <a:ext cx="5251450" cy="1661297"/>
          </a:xfrm>
        </p:spPr>
        <p:txBody>
          <a:bodyPr rtlCol="0" anchor="b"/>
          <a:lstStyle>
            <a:lvl1pPr algn="l">
              <a:defRPr sz="6000" spc="300"/>
            </a:lvl1pPr>
          </a:lstStyle>
          <a:p>
            <a:pPr rtl="0"/>
            <a:r>
              <a:rPr lang="pt-BR" noProof="0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893C356F-E483-4AFD-856C-13BB8E8A560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096000" y="4378134"/>
            <a:ext cx="5251450" cy="365125"/>
          </a:xfr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lin ang="10800000" scaled="1"/>
            <a:tileRect/>
          </a:gradFill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cap="all" spc="60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pt-BR" noProof="0"/>
              <a:t>EDITAR ESTILOS DE TEXTO MESTRE</a:t>
            </a:r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C79732E-D749-40DD-8365-050285187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pt-BR" noProof="0"/>
              <a:t>Adicionar um rodapé</a:t>
            </a:r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88F55E23-C4CC-4E9B-80F4-C4BEA6E2D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C2E478F-E849-4A8C-AF1F-CBCC78A7CBFA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528901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quip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04074E6-E39E-4D19-B91F-8E84F37CBF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92279" y="365125"/>
            <a:ext cx="4018722" cy="573989"/>
          </a:xfrm>
        </p:spPr>
        <p:txBody>
          <a:bodyPr lIns="0" rIns="0" rtlCol="0">
            <a:noAutofit/>
          </a:bodyPr>
          <a:lstStyle>
            <a:lvl1pPr algn="l">
              <a:defRPr sz="3200" spc="300"/>
            </a:lvl1pPr>
          </a:lstStyle>
          <a:p>
            <a:pPr rtl="0"/>
            <a:r>
              <a:rPr lang="pt-BR" noProof="0"/>
              <a:t>TÍTULO DO SLIDE AQUI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07D1B16-7058-45AD-9B19-E19CAF96683B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792279" y="1263841"/>
            <a:ext cx="4018722" cy="4636392"/>
          </a:xfrm>
        </p:spPr>
        <p:txBody>
          <a:bodyPr lIns="0" rIns="0" rtlCol="0">
            <a:noAutofit/>
          </a:bodyPr>
          <a:lstStyle>
            <a:lvl1pPr>
              <a:lnSpc>
                <a:spcPct val="150000"/>
              </a:lnSpc>
              <a:spcBef>
                <a:spcPts val="500"/>
              </a:spcBef>
              <a:defRPr sz="1600"/>
            </a:lvl1pPr>
            <a:lvl2pPr>
              <a:lnSpc>
                <a:spcPct val="150000"/>
              </a:lnSpc>
              <a:spcBef>
                <a:spcPts val="500"/>
              </a:spcBef>
              <a:defRPr sz="1400"/>
            </a:lvl2pPr>
            <a:lvl3pPr>
              <a:lnSpc>
                <a:spcPct val="150000"/>
              </a:lnSpc>
              <a:spcBef>
                <a:spcPts val="500"/>
              </a:spcBef>
              <a:defRPr sz="1400"/>
            </a:lvl3pPr>
            <a:lvl4pPr>
              <a:lnSpc>
                <a:spcPct val="150000"/>
              </a:lnSpc>
              <a:spcBef>
                <a:spcPts val="500"/>
              </a:spcBef>
              <a:defRPr sz="1200"/>
            </a:lvl4pPr>
            <a:lvl5pPr>
              <a:lnSpc>
                <a:spcPct val="150000"/>
              </a:lnSpc>
              <a:spcBef>
                <a:spcPts val="500"/>
              </a:spcBef>
              <a:defRPr sz="1200"/>
            </a:lvl5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59" name="Espaço Reservado para o Número do Slide 5">
            <a:extLst>
              <a:ext uri="{FF2B5EF4-FFF2-40B4-BE49-F238E27FC236}">
                <a16:creationId xmlns:a16="http://schemas.microsoft.com/office/drawing/2014/main" id="{3DEB48E0-328C-45EE-A8BD-90E6AB2610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49269" y="6468303"/>
            <a:ext cx="443948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8C2E478F-E849-4A8C-AF1F-CBCC78A7CBFA}" type="slidenum">
              <a:rPr lang="pt-BR" noProof="0" smtClean="0"/>
              <a:t>‹nº›</a:t>
            </a:fld>
            <a:endParaRPr lang="pt-BR" noProof="0"/>
          </a:p>
        </p:txBody>
      </p:sp>
      <p:sp>
        <p:nvSpPr>
          <p:cNvPr id="5" name="Espaço Reservado para Imagem 4">
            <a:extLst>
              <a:ext uri="{FF2B5EF4-FFF2-40B4-BE49-F238E27FC236}">
                <a16:creationId xmlns:a16="http://schemas.microsoft.com/office/drawing/2014/main" id="{D7CA175D-816E-4F70-96CC-8A1FD0EB16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36600" y="365125"/>
            <a:ext cx="2997200" cy="1781979"/>
          </a:xfrm>
        </p:spPr>
        <p:txBody>
          <a:bodyPr rtlCol="0">
            <a:noAutofit/>
          </a:bodyPr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9" name="Espaço Reservado para Imagem 4">
            <a:extLst>
              <a:ext uri="{FF2B5EF4-FFF2-40B4-BE49-F238E27FC236}">
                <a16:creationId xmlns:a16="http://schemas.microsoft.com/office/drawing/2014/main" id="{323519C8-24DE-471D-85A9-7A8AFACEC45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051300" y="365125"/>
            <a:ext cx="2997200" cy="1781979"/>
          </a:xfrm>
        </p:spPr>
        <p:txBody>
          <a:bodyPr rtlCol="0">
            <a:noAutofit/>
          </a:bodyPr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10" name="Espaço Reservado para Imagem 4">
            <a:extLst>
              <a:ext uri="{FF2B5EF4-FFF2-40B4-BE49-F238E27FC236}">
                <a16:creationId xmlns:a16="http://schemas.microsoft.com/office/drawing/2014/main" id="{547F0F1E-7AF5-4B76-928C-7B28010C4F9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36600" y="2422525"/>
            <a:ext cx="2997200" cy="1781979"/>
          </a:xfrm>
        </p:spPr>
        <p:txBody>
          <a:bodyPr rtlCol="0">
            <a:noAutofit/>
          </a:bodyPr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11" name="Espaço Reservado para Imagem 4">
            <a:extLst>
              <a:ext uri="{FF2B5EF4-FFF2-40B4-BE49-F238E27FC236}">
                <a16:creationId xmlns:a16="http://schemas.microsoft.com/office/drawing/2014/main" id="{063D0E8E-9491-4AF0-918D-A0B782C5FD6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051300" y="2422525"/>
            <a:ext cx="2997200" cy="1781979"/>
          </a:xfrm>
        </p:spPr>
        <p:txBody>
          <a:bodyPr rtlCol="0">
            <a:noAutofit/>
          </a:bodyPr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12" name="Espaço Reservado para Imagem 4">
            <a:extLst>
              <a:ext uri="{FF2B5EF4-FFF2-40B4-BE49-F238E27FC236}">
                <a16:creationId xmlns:a16="http://schemas.microsoft.com/office/drawing/2014/main" id="{042F54CB-9200-4D74-968A-0A3E5871D9E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36600" y="4479925"/>
            <a:ext cx="2997200" cy="1781979"/>
          </a:xfrm>
        </p:spPr>
        <p:txBody>
          <a:bodyPr rtlCol="0">
            <a:noAutofit/>
          </a:bodyPr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13" name="Espaço Reservado para Imagem 4">
            <a:extLst>
              <a:ext uri="{FF2B5EF4-FFF2-40B4-BE49-F238E27FC236}">
                <a16:creationId xmlns:a16="http://schemas.microsoft.com/office/drawing/2014/main" id="{1D925119-27E3-496E-86BC-23416F94FB61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051300" y="4479925"/>
            <a:ext cx="2997200" cy="1781979"/>
          </a:xfrm>
        </p:spPr>
        <p:txBody>
          <a:bodyPr rtlCol="0">
            <a:noAutofit/>
          </a:bodyPr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9DF93AF7-D4DC-42B5-8A4F-B5F3ABBB03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781678" y="6303963"/>
            <a:ext cx="3014980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 rtl="0"/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7539680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áfico e Tabe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345D17-D652-4766-B11C-2E8D8390D9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519" y="767791"/>
            <a:ext cx="11002962" cy="823913"/>
          </a:xfrm>
        </p:spPr>
        <p:txBody>
          <a:bodyPr rtlCol="0">
            <a:noAutofit/>
          </a:bodyPr>
          <a:lstStyle>
            <a:lvl1pPr>
              <a:defRPr sz="4800" spc="300"/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6BC7A58C-70BA-43E5-BD90-83ADB63B0C0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/>
          <a:lstStyle/>
          <a:p>
            <a:pPr rtl="0"/>
            <a:r>
              <a:rPr lang="pt-BR" noProof="0"/>
              <a:t>Adicionar um rodapé</a:t>
            </a:r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0F8A60B7-2499-42C6-8A74-ACDAE245746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/>
          <a:p>
            <a:pPr rtl="0"/>
            <a:fld id="{8C2E478F-E849-4A8C-AF1F-CBCC78A7CBFA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4526340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çã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DE635FD8-712D-4EE2-A5B6-3DD8DE9C25E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C179BAC-E989-4203-B9B4-6628036548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38600" y="4607137"/>
            <a:ext cx="4114800" cy="421480"/>
          </a:xfr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lin ang="10800000" scaled="1"/>
            <a:tileRect/>
          </a:gradFill>
        </p:spPr>
        <p:txBody>
          <a:bodyPr rtlCol="0">
            <a:noAutofit/>
          </a:bodyPr>
          <a:lstStyle>
            <a:lvl1pPr>
              <a:defRPr sz="1400" spc="300" baseline="0">
                <a:latin typeface="+mn-lt"/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7" name="Espaço Reservado para Texto 6">
            <a:extLst>
              <a:ext uri="{FF2B5EF4-FFF2-40B4-BE49-F238E27FC236}">
                <a16:creationId xmlns:a16="http://schemas.microsoft.com/office/drawing/2014/main" id="{60CCC81E-A013-4315-AD13-97BA3AA9559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78756" y="1569719"/>
            <a:ext cx="9234488" cy="2651443"/>
          </a:xfrm>
        </p:spPr>
        <p:txBody>
          <a:bodyPr rtlCol="0">
            <a:noAutofit/>
          </a:bodyPr>
          <a:lstStyle>
            <a:lvl1pPr marL="0" indent="0" algn="ctr">
              <a:buNone/>
              <a:defRPr sz="3200"/>
            </a:lvl1pPr>
          </a:lstStyle>
          <a:p>
            <a:pPr lvl="0" rtl="0"/>
            <a:r>
              <a:rPr lang="pt-BR" noProof="0"/>
              <a:t>CLIQUE PARA EDITAR OS ESTILOS DE TEXTO MESTRE</a:t>
            </a:r>
          </a:p>
        </p:txBody>
      </p:sp>
    </p:spTree>
    <p:extLst>
      <p:ext uri="{BB962C8B-B14F-4D97-AF65-F5344CB8AC3E}">
        <p14:creationId xmlns:p14="http://schemas.microsoft.com/office/powerpoint/2010/main" val="795553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na do Conteúd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ítulo 2">
            <a:extLst>
              <a:ext uri="{FF2B5EF4-FFF2-40B4-BE49-F238E27FC236}">
                <a16:creationId xmlns:a16="http://schemas.microsoft.com/office/drawing/2014/main" id="{0EF11611-8537-47CC-87AC-2E25428B72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519" y="1"/>
            <a:ext cx="11002962" cy="1623218"/>
          </a:xfrm>
        </p:spPr>
        <p:txBody>
          <a:bodyPr rtlCol="0" anchor="ctr">
            <a:noAutofit/>
          </a:bodyPr>
          <a:lstStyle/>
          <a:p>
            <a:pPr algn="ctr" rtl="0"/>
            <a:r>
              <a:rPr lang="pt-BR" sz="4800" noProof="0"/>
              <a:t>Clique para editar o estilo de título Mestre</a:t>
            </a:r>
          </a:p>
        </p:txBody>
      </p:sp>
      <p:sp>
        <p:nvSpPr>
          <p:cNvPr id="19" name="Espaço Reservado para Imagem 17">
            <a:extLst>
              <a:ext uri="{FF2B5EF4-FFF2-40B4-BE49-F238E27FC236}">
                <a16:creationId xmlns:a16="http://schemas.microsoft.com/office/drawing/2014/main" id="{D1A63A52-1E65-414B-BBC3-D31F515791A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578601" y="1638300"/>
            <a:ext cx="5156200" cy="1892300"/>
          </a:xfrm>
        </p:spPr>
        <p:txBody>
          <a:bodyPr rtlCol="0">
            <a:noAutofit/>
          </a:bodyPr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18" name="Espaço Reservado para Imagem 17">
            <a:extLst>
              <a:ext uri="{FF2B5EF4-FFF2-40B4-BE49-F238E27FC236}">
                <a16:creationId xmlns:a16="http://schemas.microsoft.com/office/drawing/2014/main" id="{ED7E0E1A-1E64-4A9A-9C8B-69486BD1123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9900" y="1638300"/>
            <a:ext cx="5156200" cy="1892300"/>
          </a:xfrm>
        </p:spPr>
        <p:txBody>
          <a:bodyPr rtlCol="0">
            <a:noAutofit/>
          </a:bodyPr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10" name="Espaço reservado para texto 3">
            <a:extLst>
              <a:ext uri="{FF2B5EF4-FFF2-40B4-BE49-F238E27FC236}">
                <a16:creationId xmlns:a16="http://schemas.microsoft.com/office/drawing/2014/main" id="{1E462965-19D7-4A65-B394-9AE76A5B480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69107" y="3864355"/>
            <a:ext cx="5157787" cy="494506"/>
          </a:xfrm>
        </p:spPr>
        <p:txBody>
          <a:bodyPr rtlCol="0">
            <a:noAutofit/>
          </a:bodyPr>
          <a:lstStyle>
            <a:lvl1pPr marL="0" indent="0">
              <a:buNone/>
              <a:defRPr sz="2400"/>
            </a:lvl1pPr>
          </a:lstStyle>
          <a:p>
            <a:pPr lvl="0" rtl="0"/>
            <a:r>
              <a:rPr lang="pt-BR" spc="300" noProof="0">
                <a:solidFill>
                  <a:schemeClr val="tx1"/>
                </a:solidFill>
              </a:rPr>
              <a:t>Clique para editar o texto Mestre</a:t>
            </a:r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FAEC14D1-0BEA-4D9A-9D96-A56B6A9B07A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69107" y="4531139"/>
            <a:ext cx="5157787" cy="2039144"/>
          </a:xfrm>
        </p:spPr>
        <p:txBody>
          <a:bodyPr rtlCol="0">
            <a:noAutofit/>
          </a:bodyPr>
          <a:lstStyle/>
          <a:p>
            <a:pPr lvl="0" rtl="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pt-BR" sz="1400" noProof="0">
                <a:solidFill>
                  <a:schemeClr val="tx1"/>
                </a:solidFill>
              </a:rPr>
              <a:t>Clique para editar o texto Mestre</a:t>
            </a:r>
          </a:p>
        </p:txBody>
      </p:sp>
      <p:sp>
        <p:nvSpPr>
          <p:cNvPr id="12" name="Espaço Reservado para Texto 5">
            <a:extLst>
              <a:ext uri="{FF2B5EF4-FFF2-40B4-BE49-F238E27FC236}">
                <a16:creationId xmlns:a16="http://schemas.microsoft.com/office/drawing/2014/main" id="{1507BB47-1AB4-42F2-99FF-453A0622B815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565107" y="3864355"/>
            <a:ext cx="5183188" cy="494506"/>
          </a:xfrm>
        </p:spPr>
        <p:txBody>
          <a:bodyPr rtlCol="0">
            <a:noAutofit/>
          </a:bodyPr>
          <a:lstStyle>
            <a:lvl1pPr marL="0" indent="0">
              <a:buNone/>
              <a:defRPr sz="2400"/>
            </a:lvl1pPr>
          </a:lstStyle>
          <a:p>
            <a:pPr lvl="0" rtl="0"/>
            <a:r>
              <a:rPr lang="pt-BR" spc="300" noProof="0">
                <a:solidFill>
                  <a:schemeClr val="tx1"/>
                </a:solidFill>
              </a:rPr>
              <a:t>Clique para editar o texto Mestre</a:t>
            </a:r>
          </a:p>
        </p:txBody>
      </p:sp>
      <p:sp>
        <p:nvSpPr>
          <p:cNvPr id="14" name="Espaço Reservado para Conteúdo 6">
            <a:extLst>
              <a:ext uri="{FF2B5EF4-FFF2-40B4-BE49-F238E27FC236}">
                <a16:creationId xmlns:a16="http://schemas.microsoft.com/office/drawing/2014/main" id="{438D6EEA-A0DB-4B5F-8F41-A9C1F2C094C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565107" y="4531139"/>
            <a:ext cx="5183188" cy="2039144"/>
          </a:xfrm>
        </p:spPr>
        <p:txBody>
          <a:bodyPr rtlCol="0">
            <a:noAutofit/>
          </a:bodyPr>
          <a:lstStyle/>
          <a:p>
            <a:pPr lvl="0" rtl="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pt-BR" sz="1400" noProof="0">
                <a:solidFill>
                  <a:schemeClr val="tx1"/>
                </a:solidFill>
              </a:rPr>
              <a:t>Clique para editar o texto Mestre</a:t>
            </a:r>
          </a:p>
        </p:txBody>
      </p:sp>
      <p:sp>
        <p:nvSpPr>
          <p:cNvPr id="20" name="Espaço Reservado para o Número do Slide 5">
            <a:extLst>
              <a:ext uri="{FF2B5EF4-FFF2-40B4-BE49-F238E27FC236}">
                <a16:creationId xmlns:a16="http://schemas.microsoft.com/office/drawing/2014/main" id="{A4909F59-7529-454A-A1EF-3CC1EADEF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49269" y="6468303"/>
            <a:ext cx="443948" cy="365125"/>
          </a:xfrm>
        </p:spPr>
        <p:txBody>
          <a:bodyPr rtlCol="0">
            <a:noAutofit/>
          </a:bodyPr>
          <a:lstStyle/>
          <a:p>
            <a:pPr rtl="0"/>
            <a:fld id="{8C2E478F-E849-4A8C-AF1F-CBCC78A7CBFA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270834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na do Conteúd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ítulo 2">
            <a:extLst>
              <a:ext uri="{FF2B5EF4-FFF2-40B4-BE49-F238E27FC236}">
                <a16:creationId xmlns:a16="http://schemas.microsoft.com/office/drawing/2014/main" id="{6186F91B-547E-43BC-9BCE-04619DAAFE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519" y="1"/>
            <a:ext cx="11002962" cy="1623218"/>
          </a:xfrm>
        </p:spPr>
        <p:txBody>
          <a:bodyPr rtlCol="0" anchor="ctr">
            <a:noAutofit/>
          </a:bodyPr>
          <a:lstStyle/>
          <a:p>
            <a:pPr algn="ctr" rtl="0"/>
            <a:r>
              <a:rPr lang="pt-BR" sz="4800" noProof="0"/>
              <a:t>Clique para editar o estilo de título Mestre</a:t>
            </a:r>
          </a:p>
        </p:txBody>
      </p:sp>
      <p:sp>
        <p:nvSpPr>
          <p:cNvPr id="28" name="Espaço Reservado para Texto 27">
            <a:extLst>
              <a:ext uri="{FF2B5EF4-FFF2-40B4-BE49-F238E27FC236}">
                <a16:creationId xmlns:a16="http://schemas.microsoft.com/office/drawing/2014/main" id="{D635DFA1-45D2-4EFE-8BB2-BE966346691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60121" y="3669506"/>
            <a:ext cx="3108326" cy="2566988"/>
          </a:xfrm>
        </p:spPr>
        <p:txBody>
          <a:bodyPr rtlCol="0">
            <a:noAutofit/>
          </a:bodyPr>
          <a:lstStyle>
            <a:lvl1pPr marL="0" indent="0">
              <a:buFont typeface="Wingdings" panose="05000000000000000000" pitchFamily="2" charset="2"/>
              <a:buNone/>
              <a:defRPr sz="2400" spc="300"/>
            </a:lvl1pPr>
            <a:lvl2pPr marL="685800" indent="-228600">
              <a:buFont typeface="Wingdings" panose="05000000000000000000" pitchFamily="2" charset="2"/>
              <a:buChar char="§"/>
              <a:defRPr/>
            </a:lvl2pPr>
            <a:lvl3pPr marL="1143000" indent="-228600">
              <a:buFont typeface="Wingdings" panose="05000000000000000000" pitchFamily="2" charset="2"/>
              <a:buChar char="§"/>
              <a:defRPr/>
            </a:lvl3pPr>
            <a:lvl4pPr marL="1600200" indent="-228600">
              <a:buFont typeface="Wingdings" panose="05000000000000000000" pitchFamily="2" charset="2"/>
              <a:buChar char="§"/>
              <a:defRPr/>
            </a:lvl4pPr>
            <a:lvl5pPr marL="2057400" indent="-228600">
              <a:buFont typeface="Wingdings" panose="05000000000000000000" pitchFamily="2" charset="2"/>
              <a:buChar char="§"/>
              <a:defRPr/>
            </a:lvl5pPr>
          </a:lstStyle>
          <a:p>
            <a:pPr lvl="0" rtl="0"/>
            <a:r>
              <a:rPr lang="pt-BR" noProof="0" dirty="0"/>
              <a:t>CLIQUE PARA EDITAR OS ESTILOS DE TEXTO MESTRE</a:t>
            </a:r>
          </a:p>
          <a:p>
            <a:pPr lvl="1" rtl="0"/>
            <a:r>
              <a:rPr lang="pt-BR" noProof="0" dirty="0"/>
              <a:t>Segundo nível</a:t>
            </a:r>
          </a:p>
          <a:p>
            <a:pPr lvl="2" rtl="0"/>
            <a:r>
              <a:rPr lang="pt-BR" noProof="0" dirty="0"/>
              <a:t>Terceiro nível</a:t>
            </a:r>
          </a:p>
          <a:p>
            <a:pPr lvl="3" rtl="0"/>
            <a:r>
              <a:rPr lang="pt-BR" noProof="0" dirty="0"/>
              <a:t>Quarto nível</a:t>
            </a:r>
          </a:p>
          <a:p>
            <a:pPr lvl="4" rtl="0"/>
            <a:r>
              <a:rPr lang="pt-BR" noProof="0" dirty="0"/>
              <a:t>Quinto nível</a:t>
            </a:r>
          </a:p>
        </p:txBody>
      </p:sp>
      <p:sp>
        <p:nvSpPr>
          <p:cNvPr id="24" name="Espaço Reservado para Imagem 23">
            <a:extLst>
              <a:ext uri="{FF2B5EF4-FFF2-40B4-BE49-F238E27FC236}">
                <a16:creationId xmlns:a16="http://schemas.microsoft.com/office/drawing/2014/main" id="{2F2918FE-A84E-4303-AEF3-4FD66CDD733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60438" y="1624013"/>
            <a:ext cx="3108325" cy="1892300"/>
          </a:xfrm>
        </p:spPr>
        <p:txBody>
          <a:bodyPr rtlCol="0">
            <a:noAutofit/>
          </a:bodyPr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25" name="Espaço Reservado para Imagem 23">
            <a:extLst>
              <a:ext uri="{FF2B5EF4-FFF2-40B4-BE49-F238E27FC236}">
                <a16:creationId xmlns:a16="http://schemas.microsoft.com/office/drawing/2014/main" id="{E2401025-9BC9-4BDD-97DA-CA763CF846B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542155" y="1623219"/>
            <a:ext cx="3108325" cy="1892300"/>
          </a:xfrm>
        </p:spPr>
        <p:txBody>
          <a:bodyPr rtlCol="0">
            <a:noAutofit/>
          </a:bodyPr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26" name="Espaço Reservado para Imagem 23">
            <a:extLst>
              <a:ext uri="{FF2B5EF4-FFF2-40B4-BE49-F238E27FC236}">
                <a16:creationId xmlns:a16="http://schemas.microsoft.com/office/drawing/2014/main" id="{B7C4AAB6-897A-4ABD-AD50-2D86B197E914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22920" y="1623219"/>
            <a:ext cx="3108325" cy="1892300"/>
          </a:xfrm>
        </p:spPr>
        <p:txBody>
          <a:bodyPr rtlCol="0">
            <a:noAutofit/>
          </a:bodyPr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29" name="Espaço Reservado para Texto 27">
            <a:extLst>
              <a:ext uri="{FF2B5EF4-FFF2-40B4-BE49-F238E27FC236}">
                <a16:creationId xmlns:a16="http://schemas.microsoft.com/office/drawing/2014/main" id="{790D65EC-6EB4-4594-91E9-5C3DE7C3BA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41837" y="3681412"/>
            <a:ext cx="3108326" cy="2566988"/>
          </a:xfrm>
        </p:spPr>
        <p:txBody>
          <a:bodyPr rtlCol="0">
            <a:noAutofit/>
          </a:bodyPr>
          <a:lstStyle>
            <a:lvl1pPr marL="0" indent="0">
              <a:buFont typeface="Wingdings" panose="05000000000000000000" pitchFamily="2" charset="2"/>
              <a:buNone/>
              <a:defRPr sz="2400" spc="300"/>
            </a:lvl1pPr>
            <a:lvl2pPr marL="685800" indent="-228600">
              <a:buFont typeface="Wingdings" panose="05000000000000000000" pitchFamily="2" charset="2"/>
              <a:buChar char="§"/>
              <a:defRPr/>
            </a:lvl2pPr>
            <a:lvl3pPr marL="1143000" indent="-228600">
              <a:buFont typeface="Wingdings" panose="05000000000000000000" pitchFamily="2" charset="2"/>
              <a:buChar char="§"/>
              <a:defRPr/>
            </a:lvl3pPr>
            <a:lvl4pPr marL="1600200" indent="-228600">
              <a:buFont typeface="Wingdings" panose="05000000000000000000" pitchFamily="2" charset="2"/>
              <a:buChar char="§"/>
              <a:defRPr/>
            </a:lvl4pPr>
            <a:lvl5pPr marL="2057400" indent="-228600">
              <a:buFont typeface="Wingdings" panose="05000000000000000000" pitchFamily="2" charset="2"/>
              <a:buChar char="§"/>
              <a:defRPr/>
            </a:lvl5pPr>
          </a:lstStyle>
          <a:p>
            <a:pPr lvl="0" rtl="0"/>
            <a:r>
              <a:rPr lang="pt-BR" noProof="0"/>
              <a:t>CLIQUE PARA EDITAR OS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30" name="Espaço Reservado para Texto 27">
            <a:extLst>
              <a:ext uri="{FF2B5EF4-FFF2-40B4-BE49-F238E27FC236}">
                <a16:creationId xmlns:a16="http://schemas.microsoft.com/office/drawing/2014/main" id="{611CF730-D055-47C2-A626-299F429D41B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22919" y="3681412"/>
            <a:ext cx="3108326" cy="2566988"/>
          </a:xfrm>
        </p:spPr>
        <p:txBody>
          <a:bodyPr rtlCol="0">
            <a:noAutofit/>
          </a:bodyPr>
          <a:lstStyle>
            <a:lvl1pPr marL="0" indent="0">
              <a:buFont typeface="Wingdings" panose="05000000000000000000" pitchFamily="2" charset="2"/>
              <a:buNone/>
              <a:defRPr sz="2400" spc="300"/>
            </a:lvl1pPr>
            <a:lvl2pPr marL="685800" indent="-228600">
              <a:buFont typeface="Wingdings" panose="05000000000000000000" pitchFamily="2" charset="2"/>
              <a:buChar char="§"/>
              <a:defRPr/>
            </a:lvl2pPr>
            <a:lvl3pPr marL="1143000" indent="-228600">
              <a:buFont typeface="Wingdings" panose="05000000000000000000" pitchFamily="2" charset="2"/>
              <a:buChar char="§"/>
              <a:defRPr/>
            </a:lvl3pPr>
            <a:lvl4pPr marL="1600200" indent="-228600">
              <a:buFont typeface="Wingdings" panose="05000000000000000000" pitchFamily="2" charset="2"/>
              <a:buChar char="§"/>
              <a:defRPr/>
            </a:lvl4pPr>
            <a:lvl5pPr marL="2057400" indent="-228600">
              <a:buFont typeface="Wingdings" panose="05000000000000000000" pitchFamily="2" charset="2"/>
              <a:buChar char="§"/>
              <a:defRPr/>
            </a:lvl5pPr>
          </a:lstStyle>
          <a:p>
            <a:pPr lvl="0" rtl="0"/>
            <a:r>
              <a:rPr lang="pt-BR" noProof="0"/>
              <a:t>CLIQUE PARA EDITAR OS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31" name="Espaço reservado para o número do slide 5">
            <a:extLst>
              <a:ext uri="{FF2B5EF4-FFF2-40B4-BE49-F238E27FC236}">
                <a16:creationId xmlns:a16="http://schemas.microsoft.com/office/drawing/2014/main" id="{F09E06A6-BFDD-42BD-BA69-2CD3BEF0F73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549269" y="6468303"/>
            <a:ext cx="443948" cy="365125"/>
          </a:xfrm>
        </p:spPr>
        <p:txBody>
          <a:bodyPr rtlCol="0">
            <a:noAutofit/>
          </a:bodyPr>
          <a:lstStyle/>
          <a:p>
            <a:pPr rtl="0"/>
            <a:fld id="{8C2E478F-E849-4A8C-AF1F-CBCC78A7CBFA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4145592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sum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ço Reservado para Imagem 8">
            <a:extLst>
              <a:ext uri="{FF2B5EF4-FFF2-40B4-BE49-F238E27FC236}">
                <a16:creationId xmlns:a16="http://schemas.microsoft.com/office/drawing/2014/main" id="{186FE9B2-6286-484B-8943-95EE0B6B026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5416550" cy="6858000"/>
          </a:xfrm>
          <a:effectLst/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11" name="Espaço Reservado para o Número do Slide 5">
            <a:extLst>
              <a:ext uri="{FF2B5EF4-FFF2-40B4-BE49-F238E27FC236}">
                <a16:creationId xmlns:a16="http://schemas.microsoft.com/office/drawing/2014/main" id="{7D4E8708-8565-4A5B-9D9E-1D4F40EAF9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49269" y="6468303"/>
            <a:ext cx="4439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8C2E478F-E849-4A8C-AF1F-CBCC78A7CBFA}" type="slidenum">
              <a:rPr lang="pt-BR" noProof="0" smtClean="0"/>
              <a:t>‹nº›</a:t>
            </a:fld>
            <a:endParaRPr lang="pt-BR" noProof="0"/>
          </a:p>
        </p:txBody>
      </p:sp>
      <p:sp>
        <p:nvSpPr>
          <p:cNvPr id="16" name="Espaço Reservado para Conteúdo 8">
            <a:extLst>
              <a:ext uri="{FF2B5EF4-FFF2-40B4-BE49-F238E27FC236}">
                <a16:creationId xmlns:a16="http://schemas.microsoft.com/office/drawing/2014/main" id="{42436126-0370-4532-A8AD-D20897982AD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096000" y="1661160"/>
            <a:ext cx="4646246" cy="2218585"/>
          </a:xfrm>
        </p:spPr>
        <p:txBody>
          <a:bodyPr rtlCol="0">
            <a:noAutofit/>
          </a:bodyPr>
          <a:lstStyle>
            <a:lvl1pPr>
              <a:defRPr/>
            </a:lvl1pPr>
          </a:lstStyle>
          <a:p>
            <a:pPr marL="0" indent="0" rtl="0">
              <a:lnSpc>
                <a:spcPct val="100000"/>
              </a:lnSpc>
              <a:buNone/>
            </a:pPr>
            <a:r>
              <a:rPr lang="pt-BR" sz="1600" noProof="0">
                <a:cs typeface="Biome Light" panose="020B0303030204020804" pitchFamily="34" charset="0"/>
              </a:rPr>
              <a:t>Clique para editar o estilo do texto mestre.</a:t>
            </a:r>
          </a:p>
          <a:p>
            <a:pPr marL="0" indent="0" rtl="0">
              <a:buNone/>
            </a:pPr>
            <a:endParaRPr lang="pt-BR" noProof="0"/>
          </a:p>
        </p:txBody>
      </p:sp>
      <p:sp>
        <p:nvSpPr>
          <p:cNvPr id="17" name="Espaço Reservado para o Número do Slide 70">
            <a:extLst>
              <a:ext uri="{FF2B5EF4-FFF2-40B4-BE49-F238E27FC236}">
                <a16:creationId xmlns:a16="http://schemas.microsoft.com/office/drawing/2014/main" id="{AEC105AD-E933-4969-B038-0ABD6F013167}"/>
              </a:ext>
            </a:extLst>
          </p:cNvPr>
          <p:cNvSpPr txBox="1">
            <a:spLocks/>
          </p:cNvSpPr>
          <p:nvPr userDrawn="1"/>
        </p:nvSpPr>
        <p:spPr>
          <a:xfrm>
            <a:off x="11549269" y="6468303"/>
            <a:ext cx="4439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/>
            <a:fld id="{8C2E478F-E849-4A8C-AF1F-CBCC78A7CBFA}" type="slidenum">
              <a:rPr lang="pt-BR" noProof="0" smtClean="0"/>
              <a:pPr rtl="0"/>
              <a:t>‹nº›</a:t>
            </a:fld>
            <a:endParaRPr lang="pt-BR" noProof="0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76CDEBF2-B5C9-4887-B717-81C3D1A73C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5999" y="612037"/>
            <a:ext cx="5897218" cy="884238"/>
          </a:xfrm>
        </p:spPr>
        <p:txBody>
          <a:bodyPr lIns="91440" rIns="91440" rtlCol="0" anchor="t">
            <a:noAutofit/>
          </a:bodyPr>
          <a:lstStyle>
            <a:lvl1pPr algn="l">
              <a:lnSpc>
                <a:spcPct val="150000"/>
              </a:lnSpc>
              <a:spcBef>
                <a:spcPts val="1000"/>
              </a:spcBef>
              <a:defRPr sz="3200">
                <a:solidFill>
                  <a:schemeClr val="tx1"/>
                </a:solidFill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016A7FA3-8C13-4E5A-88C4-4357C8ACD7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107044" y="6303963"/>
            <a:ext cx="3014980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7131968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chament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DE635FD8-712D-4EE2-A5B6-3DD8DE9C25E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 rtlCol="0"/>
          <a:lstStyle>
            <a:lvl1pPr marL="0" indent="0" algn="ctr">
              <a:buNone/>
              <a:defRPr/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6" name="Título 5">
            <a:extLst>
              <a:ext uri="{FF2B5EF4-FFF2-40B4-BE49-F238E27FC236}">
                <a16:creationId xmlns:a16="http://schemas.microsoft.com/office/drawing/2014/main" id="{D9074D0F-754F-4F2C-A410-F222D2D2346E}"/>
              </a:ext>
            </a:extLst>
          </p:cNvPr>
          <p:cNvSpPr>
            <a:spLocks noGrp="1"/>
          </p:cNvSpPr>
          <p:nvPr>
            <p:ph type="title" idx="4294967295" hasCustomPrompt="1"/>
          </p:nvPr>
        </p:nvSpPr>
        <p:spPr>
          <a:xfrm>
            <a:off x="702365" y="1660810"/>
            <a:ext cx="10787270" cy="830649"/>
          </a:xfrm>
        </p:spPr>
        <p:txBody>
          <a:bodyPr rtlCol="0">
            <a:noAutofit/>
          </a:bodyPr>
          <a:lstStyle/>
          <a:p>
            <a:pPr rtl="0"/>
            <a:r>
              <a:rPr lang="pt-BR" sz="4000" spc="300" noProof="0"/>
              <a:t>Clique para editar o estilo de título Mestre</a:t>
            </a:r>
          </a:p>
        </p:txBody>
      </p:sp>
      <p:sp>
        <p:nvSpPr>
          <p:cNvPr id="14" name="Espaço Reservado para Texto 13">
            <a:extLst>
              <a:ext uri="{FF2B5EF4-FFF2-40B4-BE49-F238E27FC236}">
                <a16:creationId xmlns:a16="http://schemas.microsoft.com/office/drawing/2014/main" id="{F80209DF-C4D9-43B8-AA05-F5361915304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512343" y="5137992"/>
            <a:ext cx="5167313" cy="518795"/>
          </a:xfr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lin ang="10800000" scaled="1"/>
            <a:tileRect/>
          </a:gradFill>
        </p:spPr>
        <p:txBody>
          <a:bodyPr rtlCol="0">
            <a:noAutofit/>
          </a:bodyPr>
          <a:lstStyle>
            <a:lvl1pPr marL="0" indent="0" algn="ctr">
              <a:buNone/>
              <a:defRPr sz="1800" spc="30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</a:lstStyle>
          <a:p>
            <a:pPr lvl="0" rtl="0"/>
            <a:r>
              <a:rPr lang="pt-BR" noProof="0"/>
              <a:t>CLIQUE PARA EDITAR OS ESTILOS DE TEXTO MESTRE</a:t>
            </a:r>
          </a:p>
        </p:txBody>
      </p:sp>
      <p:sp>
        <p:nvSpPr>
          <p:cNvPr id="31" name="Espaço Reservado para Texto 13">
            <a:extLst>
              <a:ext uri="{FF2B5EF4-FFF2-40B4-BE49-F238E27FC236}">
                <a16:creationId xmlns:a16="http://schemas.microsoft.com/office/drawing/2014/main" id="{1D89734B-03E0-4ADE-8F62-C819F3E976D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8194" y="3903126"/>
            <a:ext cx="3064668" cy="518795"/>
          </a:xfrm>
        </p:spPr>
        <p:txBody>
          <a:bodyPr rtlCol="0">
            <a:noAutofit/>
          </a:bodyPr>
          <a:lstStyle>
            <a:lvl1pPr marL="0" indent="0" algn="ctr">
              <a:buNone/>
              <a:defRPr sz="1800" spc="30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32" name="Espaço Reservado para Texto 13">
            <a:extLst>
              <a:ext uri="{FF2B5EF4-FFF2-40B4-BE49-F238E27FC236}">
                <a16:creationId xmlns:a16="http://schemas.microsoft.com/office/drawing/2014/main" id="{85971F4D-8B59-4B3E-9169-64E0EF1BA8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63664" y="3893330"/>
            <a:ext cx="3064668" cy="518795"/>
          </a:xfrm>
        </p:spPr>
        <p:txBody>
          <a:bodyPr rtlCol="0">
            <a:noAutofit/>
          </a:bodyPr>
          <a:lstStyle>
            <a:lvl1pPr marL="0" indent="0" algn="ctr">
              <a:buNone/>
              <a:defRPr sz="1800" spc="30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</a:lstStyle>
          <a:p>
            <a:pPr lvl="0" rtl="0"/>
            <a:r>
              <a:rPr lang="pt-BR" noProof="0"/>
              <a:t>Clique para editar os estilos de texto Mestres</a:t>
            </a:r>
          </a:p>
        </p:txBody>
      </p:sp>
      <p:sp>
        <p:nvSpPr>
          <p:cNvPr id="33" name="Espaço Reservado para Texto 13">
            <a:extLst>
              <a:ext uri="{FF2B5EF4-FFF2-40B4-BE49-F238E27FC236}">
                <a16:creationId xmlns:a16="http://schemas.microsoft.com/office/drawing/2014/main" id="{90B19777-E2ED-419C-B486-857117FD081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539138" y="3903126"/>
            <a:ext cx="3064668" cy="518795"/>
          </a:xfrm>
        </p:spPr>
        <p:txBody>
          <a:bodyPr rtlCol="0">
            <a:noAutofit/>
          </a:bodyPr>
          <a:lstStyle>
            <a:lvl1pPr marL="0" indent="0" algn="ctr">
              <a:buNone/>
              <a:defRPr sz="1800" spc="30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</a:lstStyle>
          <a:p>
            <a:pPr lvl="0" rtl="0"/>
            <a:r>
              <a:rPr lang="pt-BR" noProof="0"/>
              <a:t>Clique para editar os estilos de texto Mestres</a:t>
            </a:r>
          </a:p>
        </p:txBody>
      </p:sp>
      <p:sp>
        <p:nvSpPr>
          <p:cNvPr id="34" name="Espaço Reservado para Imagem Online 33">
            <a:extLst>
              <a:ext uri="{FF2B5EF4-FFF2-40B4-BE49-F238E27FC236}">
                <a16:creationId xmlns:a16="http://schemas.microsoft.com/office/drawing/2014/main" id="{1A58EB44-F532-4998-B316-61C738C37BF5}"/>
              </a:ext>
            </a:extLst>
          </p:cNvPr>
          <p:cNvSpPr>
            <a:spLocks noGrp="1"/>
          </p:cNvSpPr>
          <p:nvPr>
            <p:ph type="clipArt" sz="quarter" idx="19" hasCustomPrompt="1"/>
          </p:nvPr>
        </p:nvSpPr>
        <p:spPr>
          <a:xfrm>
            <a:off x="1754768" y="3098985"/>
            <a:ext cx="731520" cy="731520"/>
          </a:xfrm>
        </p:spPr>
        <p:txBody>
          <a:bodyPr rtlCol="0">
            <a:noAutofit/>
          </a:bodyPr>
          <a:lstStyle>
            <a:lvl1pPr marL="0" indent="0">
              <a:buNone/>
              <a:defRPr/>
            </a:lvl1pPr>
          </a:lstStyle>
          <a:p>
            <a:pPr rtl="0"/>
            <a:r>
              <a:rPr lang="pt-BR" noProof="0"/>
              <a:t>Ícone</a:t>
            </a:r>
          </a:p>
        </p:txBody>
      </p:sp>
      <p:sp>
        <p:nvSpPr>
          <p:cNvPr id="35" name="Espaço Reservado para Imagem Online 33">
            <a:extLst>
              <a:ext uri="{FF2B5EF4-FFF2-40B4-BE49-F238E27FC236}">
                <a16:creationId xmlns:a16="http://schemas.microsoft.com/office/drawing/2014/main" id="{33763C3C-3545-40BD-9B2C-DC4C0E4CE819}"/>
              </a:ext>
            </a:extLst>
          </p:cNvPr>
          <p:cNvSpPr>
            <a:spLocks noGrp="1"/>
          </p:cNvSpPr>
          <p:nvPr>
            <p:ph type="clipArt" sz="quarter" idx="20" hasCustomPrompt="1"/>
          </p:nvPr>
        </p:nvSpPr>
        <p:spPr>
          <a:xfrm>
            <a:off x="5730240" y="3098985"/>
            <a:ext cx="731520" cy="731520"/>
          </a:xfrm>
        </p:spPr>
        <p:txBody>
          <a:bodyPr rtlCol="0">
            <a:noAutofit/>
          </a:bodyPr>
          <a:lstStyle>
            <a:lvl1pPr marL="0" indent="0">
              <a:buNone/>
              <a:defRPr/>
            </a:lvl1pPr>
          </a:lstStyle>
          <a:p>
            <a:pPr rtl="0"/>
            <a:r>
              <a:rPr lang="pt-BR" noProof="0"/>
              <a:t>Ícone</a:t>
            </a:r>
          </a:p>
        </p:txBody>
      </p:sp>
      <p:sp>
        <p:nvSpPr>
          <p:cNvPr id="36" name="Espaço Reservado para Imagem Online 33">
            <a:extLst>
              <a:ext uri="{FF2B5EF4-FFF2-40B4-BE49-F238E27FC236}">
                <a16:creationId xmlns:a16="http://schemas.microsoft.com/office/drawing/2014/main" id="{1C5D3777-17F3-4225-8C52-2EF1DB4FD54A}"/>
              </a:ext>
            </a:extLst>
          </p:cNvPr>
          <p:cNvSpPr>
            <a:spLocks noGrp="1"/>
          </p:cNvSpPr>
          <p:nvPr>
            <p:ph type="clipArt" sz="quarter" idx="21" hasCustomPrompt="1"/>
          </p:nvPr>
        </p:nvSpPr>
        <p:spPr>
          <a:xfrm>
            <a:off x="9705712" y="3098985"/>
            <a:ext cx="731520" cy="731520"/>
          </a:xfrm>
        </p:spPr>
        <p:txBody>
          <a:bodyPr rtlCol="0">
            <a:noAutofit/>
          </a:bodyPr>
          <a:lstStyle>
            <a:lvl1pPr marL="0" indent="0">
              <a:buNone/>
              <a:defRPr/>
            </a:lvl1pPr>
          </a:lstStyle>
          <a:p>
            <a:pPr rtl="0"/>
            <a:r>
              <a:rPr lang="pt-BR" noProof="0"/>
              <a:t>Ícone</a:t>
            </a:r>
          </a:p>
        </p:txBody>
      </p:sp>
    </p:spTree>
    <p:extLst>
      <p:ext uri="{BB962C8B-B14F-4D97-AF65-F5344CB8AC3E}">
        <p14:creationId xmlns:p14="http://schemas.microsoft.com/office/powerpoint/2010/main" val="31737403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9305F96C-D634-4A69-95EC-3D002BD687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519" y="365125"/>
            <a:ext cx="11002962" cy="8239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7757E98-D0FB-43E3-98BC-711F6A2F53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4519" y="1365813"/>
            <a:ext cx="10989920" cy="481115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FA65B72-2E86-4BA3-94F2-3ADFA40B7A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pt-BR" noProof="0"/>
              <a:t>Adicionar um rodapé</a:t>
            </a:r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73C1F3FD-3DB9-46B7-85E1-E8B8878A4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49269" y="6468303"/>
            <a:ext cx="4439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8C2E478F-E849-4A8C-AF1F-CBCC78A7CBFA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6928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1" r:id="rId3"/>
    <p:sldLayoutId id="2147483651" r:id="rId4"/>
    <p:sldLayoutId id="2147483660" r:id="rId5"/>
    <p:sldLayoutId id="2147483677" r:id="rId6"/>
    <p:sldLayoutId id="2147483666" r:id="rId7"/>
    <p:sldLayoutId id="2147483679" r:id="rId8"/>
    <p:sldLayoutId id="2147483653" r:id="rId9"/>
    <p:sldLayoutId id="2147483678" r:id="rId10"/>
    <p:sldLayoutId id="2147483680" r:id="rId11"/>
  </p:sldLayoutIdLst>
  <p:hf hdr="0" ftr="0" dt="0"/>
  <p:txStyles>
    <p:titleStyle>
      <a:lvl1pPr algn="ctr" defTabSz="914400" rtl="0" eaLnBrk="1" latinLnBrk="0" hangingPunct="1">
        <a:lnSpc>
          <a:spcPct val="10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50000"/>
        </a:lnSpc>
        <a:spcBef>
          <a:spcPts val="1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5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5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5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5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microsoft.com/office/2007/relationships/hdphoto" Target="../media/hdphoto2.wdp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microsoft.com/office/2007/relationships/hdphoto" Target="../media/hdphoto7.wdp"/><Relationship Id="rId3" Type="http://schemas.openxmlformats.org/officeDocument/2006/relationships/image" Target="../media/image3.png"/><Relationship Id="rId7" Type="http://schemas.openxmlformats.org/officeDocument/2006/relationships/image" Target="../media/image5.jpeg"/><Relationship Id="rId12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6" Type="http://schemas.microsoft.com/office/2007/relationships/hdphoto" Target="../media/hdphoto4.wdp"/><Relationship Id="rId11" Type="http://schemas.microsoft.com/office/2007/relationships/hdphoto" Target="../media/hdphoto6.wdp"/><Relationship Id="rId5" Type="http://schemas.openxmlformats.org/officeDocument/2006/relationships/image" Target="../media/image4.png"/><Relationship Id="rId10" Type="http://schemas.openxmlformats.org/officeDocument/2006/relationships/image" Target="../media/image7.png"/><Relationship Id="rId4" Type="http://schemas.microsoft.com/office/2007/relationships/hdphoto" Target="../media/hdphoto3.wdp"/><Relationship Id="rId9" Type="http://schemas.microsoft.com/office/2007/relationships/hdphoto" Target="../media/hdphoto5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microsoft.com/office/2007/relationships/hdphoto" Target="../media/hdphoto1.wdp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microsoft.com/office/2007/relationships/hdphoto" Target="../media/hdphoto8.wdp"/></Relationships>
</file>

<file path=ppt/slides/_rels/slide6.xml.rels><?xml version="1.0" encoding="UTF-8" standalone="yes"?>
<Relationships xmlns="http://schemas.openxmlformats.org/package/2006/relationships"><Relationship Id="rId8" Type="http://schemas.microsoft.com/office/2007/relationships/hdphoto" Target="../media/hdphoto11.wdp"/><Relationship Id="rId3" Type="http://schemas.openxmlformats.org/officeDocument/2006/relationships/image" Target="../media/image11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Relationship Id="rId6" Type="http://schemas.microsoft.com/office/2007/relationships/hdphoto" Target="../media/hdphoto10.wdp"/><Relationship Id="rId5" Type="http://schemas.openxmlformats.org/officeDocument/2006/relationships/image" Target="../media/image12.png"/><Relationship Id="rId4" Type="http://schemas.microsoft.com/office/2007/relationships/hdphoto" Target="../media/hdphoto9.wdp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microsoft.com/office/2007/relationships/hdphoto" Target="../media/hdphoto8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Relationship Id="rId6" Type="http://schemas.microsoft.com/office/2007/relationships/hdphoto" Target="../media/hdphoto13.wdp"/><Relationship Id="rId5" Type="http://schemas.openxmlformats.org/officeDocument/2006/relationships/image" Target="../media/image15.png"/><Relationship Id="rId4" Type="http://schemas.microsoft.com/office/2007/relationships/hdphoto" Target="../media/hdphoto12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microsoft.com/office/2007/relationships/hdphoto" Target="../media/hdphoto8.wd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Relationship Id="rId4" Type="http://schemas.microsoft.com/office/2007/relationships/hdphoto" Target="../media/hdphoto14.wdp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microsoft.com/office/2007/relationships/hdphoto" Target="../media/hdphoto8.wdp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Relationship Id="rId4" Type="http://schemas.microsoft.com/office/2007/relationships/hdphoto" Target="../media/hdphoto1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Espaço Reservado para Imagem 7" descr="imagem abstrata">
            <a:extLst>
              <a:ext uri="{FF2B5EF4-FFF2-40B4-BE49-F238E27FC236}">
                <a16:creationId xmlns:a16="http://schemas.microsoft.com/office/drawing/2014/main" id="{9AB29DBC-55D3-49D9-BB44-4936739C4B57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alphaModFix amt="52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rcRect/>
          <a:stretch/>
        </p:blipFill>
        <p:spPr/>
      </p:pic>
      <p:sp>
        <p:nvSpPr>
          <p:cNvPr id="9" name="Título 8">
            <a:extLst>
              <a:ext uri="{FF2B5EF4-FFF2-40B4-BE49-F238E27FC236}">
                <a16:creationId xmlns:a16="http://schemas.microsoft.com/office/drawing/2014/main" id="{79DC1498-E692-42BA-B69F-6D37E6CFAC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r>
              <a:rPr lang="pt-BR" b="1" i="0" dirty="0">
                <a:solidFill>
                  <a:srgbClr val="C9D1D9"/>
                </a:solidFill>
                <a:effectLst/>
                <a:latin typeface="-apple-system"/>
              </a:rPr>
              <a:t>Equipe - Parque </a:t>
            </a:r>
            <a:r>
              <a:rPr lang="pt-BR" b="1" i="0" dirty="0" err="1">
                <a:solidFill>
                  <a:srgbClr val="C9D1D9"/>
                </a:solidFill>
                <a:effectLst/>
                <a:latin typeface="-apple-system"/>
              </a:rPr>
              <a:t>Spitzkopf</a:t>
            </a:r>
            <a:endParaRPr lang="pt-BR" dirty="0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C0AE828D-1E63-455F-949D-0C5454A7FE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 rtlCol="0"/>
          <a:lstStyle/>
          <a:p>
            <a:pPr rtl="0"/>
            <a:r>
              <a:rPr lang="pt-BR" dirty="0"/>
              <a:t>16.11.21</a:t>
            </a:r>
          </a:p>
        </p:txBody>
      </p:sp>
      <p:sp>
        <p:nvSpPr>
          <p:cNvPr id="7" name="Espaço Reservado para Texto 6">
            <a:extLst>
              <a:ext uri="{FF2B5EF4-FFF2-40B4-BE49-F238E27FC236}">
                <a16:creationId xmlns:a16="http://schemas.microsoft.com/office/drawing/2014/main" id="{5D865526-EC39-4780-A2A8-274A80A5C1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pt-BR" b="0" i="0" dirty="0" err="1">
                <a:solidFill>
                  <a:srgbClr val="C9D1D9"/>
                </a:solidFill>
                <a:effectLst/>
                <a:latin typeface="-apple-system"/>
              </a:rPr>
              <a:t>Block</a:t>
            </a:r>
            <a:r>
              <a:rPr lang="pt-BR" b="0" i="0" dirty="0">
                <a:solidFill>
                  <a:srgbClr val="C9D1D9"/>
                </a:solidFill>
                <a:effectLst/>
                <a:latin typeface="-apple-system"/>
              </a:rPr>
              <a:t> Covid-19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9278323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3A87B3-0A27-4EE9-979E-B69581E476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t-BR"/>
              <a:t>Agenda</a:t>
            </a:r>
          </a:p>
        </p:txBody>
      </p:sp>
      <p:pic>
        <p:nvPicPr>
          <p:cNvPr id="8" name="Espaço Reservado para Imagem 7" descr="grupo de pessoas em uma mesa de conferência">
            <a:extLst>
              <a:ext uri="{FF2B5EF4-FFF2-40B4-BE49-F238E27FC236}">
                <a16:creationId xmlns:a16="http://schemas.microsoft.com/office/drawing/2014/main" id="{BB76F5AB-0940-46E1-85F9-6A870D7D04C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20370" r="20370"/>
          <a:stretch/>
        </p:blipFill>
        <p:spPr/>
      </p:pic>
      <p:sp>
        <p:nvSpPr>
          <p:cNvPr id="6" name="Espaço Reservado para Texto 5">
            <a:extLst>
              <a:ext uri="{FF2B5EF4-FFF2-40B4-BE49-F238E27FC236}">
                <a16:creationId xmlns:a16="http://schemas.microsoft.com/office/drawing/2014/main" id="{F3C89A40-EEAA-43AB-9A3A-B2CFDE450F1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7068820" y="2078875"/>
            <a:ext cx="4114800" cy="2700252"/>
          </a:xfrm>
        </p:spPr>
        <p:txBody>
          <a:bodyPr rtlCol="0"/>
          <a:lstStyle/>
          <a:p>
            <a:pPr rtl="0"/>
            <a:r>
              <a:rPr lang="pt-BR" dirty="0"/>
              <a:t>INTRODUÇÃO DA EQUIPE</a:t>
            </a:r>
          </a:p>
          <a:p>
            <a:pPr rtl="0"/>
            <a:r>
              <a:rPr lang="pt-BR" dirty="0"/>
              <a:t>APRESENTAÇÃO PROJETO</a:t>
            </a:r>
          </a:p>
          <a:p>
            <a:pPr rtl="0"/>
            <a:r>
              <a:rPr lang="pt-BR" dirty="0"/>
              <a:t>FUNCIONALIDADES</a:t>
            </a:r>
          </a:p>
          <a:p>
            <a:pPr rtl="0"/>
            <a:r>
              <a:rPr lang="pt-BR" dirty="0"/>
              <a:t>DÚVIDAS</a:t>
            </a:r>
          </a:p>
        </p:txBody>
      </p:sp>
      <p:sp>
        <p:nvSpPr>
          <p:cNvPr id="7" name="Espaço Reservado para o Número do Slide 6">
            <a:extLst>
              <a:ext uri="{FF2B5EF4-FFF2-40B4-BE49-F238E27FC236}">
                <a16:creationId xmlns:a16="http://schemas.microsoft.com/office/drawing/2014/main" id="{F29F8048-1E86-48F4-B246-D2F8C54B7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C2E478F-E849-4A8C-AF1F-CBCC78A7CBFA}" type="slidenum">
              <a:rPr lang="pt-BR" smtClean="0"/>
              <a:pPr rtl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49098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ítulo 11">
            <a:extLst>
              <a:ext uri="{FF2B5EF4-FFF2-40B4-BE49-F238E27FC236}">
                <a16:creationId xmlns:a16="http://schemas.microsoft.com/office/drawing/2014/main" id="{50AEA731-C7D0-4A0E-B871-4F369D8BEA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92279" y="365125"/>
            <a:ext cx="4018722" cy="573989"/>
          </a:xfrm>
        </p:spPr>
        <p:txBody>
          <a:bodyPr rtlCol="0"/>
          <a:lstStyle/>
          <a:p>
            <a:pPr rtl="0"/>
            <a:r>
              <a:rPr lang="pt-BR" dirty="0"/>
              <a:t>Conheça a equipe</a:t>
            </a:r>
          </a:p>
        </p:txBody>
      </p:sp>
      <p:pic>
        <p:nvPicPr>
          <p:cNvPr id="11" name="Espaço Reservado para Imagem 10" descr="retrato">
            <a:extLst>
              <a:ext uri="{FF2B5EF4-FFF2-40B4-BE49-F238E27FC236}">
                <a16:creationId xmlns:a16="http://schemas.microsoft.com/office/drawing/2014/main" id="{011BDE68-0A80-4D82-92C3-76544DD8F07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 cstate="email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t="5389" b="5389"/>
          <a:stretch/>
        </p:blipFill>
        <p:spPr/>
      </p:pic>
      <p:pic>
        <p:nvPicPr>
          <p:cNvPr id="16" name="Espaço Reservado para Imagem 15" descr="retrato">
            <a:extLst>
              <a:ext uri="{FF2B5EF4-FFF2-40B4-BE49-F238E27FC236}">
                <a16:creationId xmlns:a16="http://schemas.microsoft.com/office/drawing/2014/main" id="{740533F4-86F2-4B1E-96A3-2FA4F436D3A6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5" cstate="email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33885" t="18388" r="16167" b="36404"/>
          <a:stretch/>
        </p:blipFill>
        <p:spPr>
          <a:xfrm>
            <a:off x="4051300" y="365125"/>
            <a:ext cx="2997200" cy="1781979"/>
          </a:xfrm>
        </p:spPr>
      </p:pic>
      <p:pic>
        <p:nvPicPr>
          <p:cNvPr id="18" name="Espaço Reservado para Imagem 17" descr="retrato">
            <a:extLst>
              <a:ext uri="{FF2B5EF4-FFF2-40B4-BE49-F238E27FC236}">
                <a16:creationId xmlns:a16="http://schemas.microsoft.com/office/drawing/2014/main" id="{18BC2A5A-7F05-4444-8281-26D531194187}"/>
              </a:ext>
            </a:extLst>
          </p:cNvPr>
          <p:cNvPicPr>
            <a:picLocks noGrp="1" noChangeAspect="1"/>
          </p:cNvPicPr>
          <p:nvPr>
            <p:ph type="pic" sz="quarter" idx="16"/>
          </p:nvPr>
        </p:nvPicPr>
        <p:blipFill rotWithShape="1">
          <a:blip r:embed="rId7" cstate="email">
            <a:grayscl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5389" b="5389"/>
          <a:stretch/>
        </p:blipFill>
        <p:spPr/>
      </p:pic>
      <p:pic>
        <p:nvPicPr>
          <p:cNvPr id="22" name="Espaço Reservado para Imagem 21" descr="retrato">
            <a:extLst>
              <a:ext uri="{FF2B5EF4-FFF2-40B4-BE49-F238E27FC236}">
                <a16:creationId xmlns:a16="http://schemas.microsoft.com/office/drawing/2014/main" id="{AF3616EE-41A1-44FC-B25A-038F0C3213D4}"/>
              </a:ext>
            </a:extLst>
          </p:cNvPr>
          <p:cNvPicPr>
            <a:picLocks noGrp="1" noChangeAspect="1"/>
          </p:cNvPicPr>
          <p:nvPr>
            <p:ph type="pic" sz="quarter" idx="17"/>
          </p:nvPr>
        </p:nvPicPr>
        <p:blipFill rotWithShape="1">
          <a:blip r:embed="rId8" cstate="email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t="5389" b="5389"/>
          <a:stretch/>
        </p:blipFill>
        <p:spPr/>
      </p:pic>
      <p:pic>
        <p:nvPicPr>
          <p:cNvPr id="24" name="Espaço Reservado para Imagem 23" descr="retrato">
            <a:extLst>
              <a:ext uri="{FF2B5EF4-FFF2-40B4-BE49-F238E27FC236}">
                <a16:creationId xmlns:a16="http://schemas.microsoft.com/office/drawing/2014/main" id="{2708FFA5-E81C-4FD0-970D-C71D36C8D365}"/>
              </a:ext>
            </a:extLst>
          </p:cNvPr>
          <p:cNvPicPr>
            <a:picLocks noGrp="1" noChangeAspect="1"/>
          </p:cNvPicPr>
          <p:nvPr>
            <p:ph type="pic" sz="quarter" idx="18"/>
          </p:nvPr>
        </p:nvPicPr>
        <p:blipFill rotWithShape="1">
          <a:blip r:embed="rId10" cstate="email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t="5389" b="5389"/>
          <a:stretch/>
        </p:blipFill>
        <p:spPr/>
      </p:pic>
      <p:pic>
        <p:nvPicPr>
          <p:cNvPr id="20" name="Espaço Reservado para Imagem 19" descr="retrato">
            <a:extLst>
              <a:ext uri="{FF2B5EF4-FFF2-40B4-BE49-F238E27FC236}">
                <a16:creationId xmlns:a16="http://schemas.microsoft.com/office/drawing/2014/main" id="{5AFBBF42-7056-4477-896E-1E8073CB4729}"/>
              </a:ext>
            </a:extLst>
          </p:cNvPr>
          <p:cNvPicPr>
            <a:picLocks noGrp="1" noChangeAspect="1"/>
          </p:cNvPicPr>
          <p:nvPr>
            <p:ph type="pic" sz="quarter" idx="19"/>
          </p:nvPr>
        </p:nvPicPr>
        <p:blipFill rotWithShape="1">
          <a:blip r:embed="rId12" cstate="email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8985" t="7844" r="6193" b="16511"/>
          <a:stretch/>
        </p:blipFill>
        <p:spPr>
          <a:xfrm>
            <a:off x="4051300" y="4479925"/>
            <a:ext cx="2997200" cy="1781979"/>
          </a:xfrm>
        </p:spPr>
      </p:pic>
      <p:sp>
        <p:nvSpPr>
          <p:cNvPr id="13" name="Espaço Reservado para Conteúdo 12">
            <a:extLst>
              <a:ext uri="{FF2B5EF4-FFF2-40B4-BE49-F238E27FC236}">
                <a16:creationId xmlns:a16="http://schemas.microsoft.com/office/drawing/2014/main" id="{A4E49AC7-7A73-4B51-BDF6-EABA3162F4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92279" y="1155032"/>
            <a:ext cx="4018722" cy="5106871"/>
          </a:xfrm>
        </p:spPr>
        <p:txBody>
          <a:bodyPr rtlCol="0">
            <a:normAutofit/>
          </a:bodyPr>
          <a:lstStyle/>
          <a:p>
            <a:pPr marL="342900" indent="-342900" rtl="0">
              <a:buFont typeface="+mj-lt"/>
              <a:buAutoNum type="arabicPeriod"/>
            </a:pPr>
            <a:r>
              <a:rPr lang="pt-BR" sz="1800" spc="300" dirty="0" err="1"/>
              <a:t>Benlove</a:t>
            </a:r>
            <a:r>
              <a:rPr lang="pt-BR" sz="1800" spc="300" dirty="0"/>
              <a:t> </a:t>
            </a:r>
            <a:r>
              <a:rPr lang="pt-BR" sz="1800" spc="300" dirty="0" err="1"/>
              <a:t>Anelus</a:t>
            </a:r>
            <a:endParaRPr lang="pt-BR" sz="1800" spc="300" dirty="0"/>
          </a:p>
          <a:p>
            <a:pPr marL="342900" indent="-342900" rtl="0">
              <a:buFont typeface="+mj-lt"/>
              <a:buAutoNum type="arabicPeriod"/>
            </a:pPr>
            <a:r>
              <a:rPr lang="pt-BR" sz="1800" spc="300" dirty="0"/>
              <a:t>Luan Lordello </a:t>
            </a:r>
          </a:p>
          <a:p>
            <a:pPr marL="342900" indent="-342900" rtl="0">
              <a:buFont typeface="+mj-lt"/>
              <a:buAutoNum type="arabicPeriod"/>
            </a:pPr>
            <a:r>
              <a:rPr lang="pt-BR" sz="1800" spc="300" dirty="0"/>
              <a:t>Eliane Henrique </a:t>
            </a:r>
            <a:r>
              <a:rPr lang="pt-BR" sz="1800" spc="300" dirty="0" err="1"/>
              <a:t>Oliota</a:t>
            </a:r>
            <a:endParaRPr lang="pt-BR" sz="1800" spc="300" dirty="0"/>
          </a:p>
          <a:p>
            <a:pPr marL="342900" indent="-342900" rtl="0">
              <a:buFont typeface="+mj-lt"/>
              <a:buAutoNum type="arabicPeriod"/>
            </a:pPr>
            <a:r>
              <a:rPr lang="pt-BR" sz="1800" spc="300" dirty="0"/>
              <a:t>Lucas Panini Valcanaia</a:t>
            </a:r>
          </a:p>
          <a:p>
            <a:pPr marL="342900" indent="-342900" rtl="0">
              <a:buFont typeface="+mj-lt"/>
              <a:buAutoNum type="arabicPeriod"/>
            </a:pPr>
            <a:r>
              <a:rPr lang="pt-BR" sz="1800" spc="300" dirty="0"/>
              <a:t>Douglas Lima da Luz</a:t>
            </a:r>
          </a:p>
          <a:p>
            <a:pPr marL="342900" indent="-342900" rtl="0">
              <a:buFont typeface="+mj-lt"/>
              <a:buAutoNum type="arabicPeriod"/>
            </a:pPr>
            <a:r>
              <a:rPr lang="pt-BR" sz="1800" spc="300" dirty="0"/>
              <a:t>André Felipe </a:t>
            </a:r>
            <a:r>
              <a:rPr lang="pt-BR" sz="1800" spc="300" dirty="0" err="1"/>
              <a:t>Schwanz</a:t>
            </a:r>
            <a:endParaRPr lang="pt-BR" sz="1800" spc="300" dirty="0"/>
          </a:p>
          <a:p>
            <a:pPr marL="342900" indent="-342900" rtl="0">
              <a:buFont typeface="+mj-lt"/>
              <a:buAutoNum type="arabicPeriod"/>
            </a:pPr>
            <a:r>
              <a:rPr lang="pt-BR" sz="1800" spc="300" dirty="0"/>
              <a:t>Paula Adriana da Costa</a:t>
            </a:r>
          </a:p>
          <a:p>
            <a:pPr marL="342900" indent="-342900" rtl="0">
              <a:buFont typeface="+mj-lt"/>
              <a:buAutoNum type="arabicPeriod"/>
            </a:pPr>
            <a:r>
              <a:rPr lang="pt-BR" sz="1800" spc="300" dirty="0"/>
              <a:t>Yuri </a:t>
            </a:r>
            <a:r>
              <a:rPr lang="pt-BR" sz="1800" spc="300" dirty="0" err="1"/>
              <a:t>Koller</a:t>
            </a:r>
            <a:r>
              <a:rPr lang="pt-BR" sz="1800" spc="300" dirty="0"/>
              <a:t> Borba</a:t>
            </a:r>
          </a:p>
          <a:p>
            <a:pPr marL="342900" indent="-342900" rtl="0">
              <a:buFont typeface="+mj-lt"/>
              <a:buAutoNum type="arabicPeriod"/>
            </a:pPr>
            <a:r>
              <a:rPr lang="pt-BR" sz="1800" spc="300" dirty="0"/>
              <a:t>Maria Eduarda </a:t>
            </a:r>
            <a:r>
              <a:rPr lang="pt-BR" sz="1800" spc="300" dirty="0" err="1"/>
              <a:t>Krutzsch</a:t>
            </a:r>
            <a:endParaRPr lang="pt-BR" sz="1800" spc="300" dirty="0"/>
          </a:p>
          <a:p>
            <a:pPr marL="342900" indent="-342900" rtl="0">
              <a:buFont typeface="+mj-lt"/>
              <a:buAutoNum type="arabicPeriod"/>
            </a:pPr>
            <a:r>
              <a:rPr lang="pt-BR" sz="1800" spc="300" dirty="0"/>
              <a:t>David Christian Machado</a:t>
            </a:r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929F2A82-A1C3-4571-9ED3-A0EC079893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rtlCol="0"/>
          <a:lstStyle/>
          <a:p>
            <a:pPr rtl="0"/>
            <a:fld id="{8C2E478F-E849-4A8C-AF1F-CBCC78A7CBFA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203617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Espaço Reservado para Imagem 7" descr="imagem abstrata">
            <a:extLst>
              <a:ext uri="{FF2B5EF4-FFF2-40B4-BE49-F238E27FC236}">
                <a16:creationId xmlns:a16="http://schemas.microsoft.com/office/drawing/2014/main" id="{9647E06B-77D0-412B-A08F-24AE3F889E3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52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22717" r="45642"/>
          <a:stretch/>
        </p:blipFill>
        <p:spPr>
          <a:xfrm rot="16200000">
            <a:off x="2667001" y="-2666999"/>
            <a:ext cx="6858000" cy="12192000"/>
          </a:xfrm>
          <a:prstGeom prst="rect">
            <a:avLst/>
          </a:prstGeom>
          <a:noFill/>
        </p:spPr>
      </p:pic>
      <p:pic>
        <p:nvPicPr>
          <p:cNvPr id="7" name="Espaço Reservado para Conteúdo 6">
            <a:extLst>
              <a:ext uri="{FF2B5EF4-FFF2-40B4-BE49-F238E27FC236}">
                <a16:creationId xmlns:a16="http://schemas.microsoft.com/office/drawing/2014/main" id="{9923B3E7-6152-4243-ABFB-F9D34100397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5"/>
          <a:srcRect l="8614" r="8614"/>
          <a:stretch/>
        </p:blipFill>
        <p:spPr>
          <a:xfrm>
            <a:off x="1640806" y="1191313"/>
            <a:ext cx="8910387" cy="5012093"/>
          </a:xfrm>
        </p:spPr>
      </p:pic>
      <p:sp>
        <p:nvSpPr>
          <p:cNvPr id="8" name="Título 7">
            <a:extLst>
              <a:ext uri="{FF2B5EF4-FFF2-40B4-BE49-F238E27FC236}">
                <a16:creationId xmlns:a16="http://schemas.microsoft.com/office/drawing/2014/main" id="{103950CF-5BF2-4FB0-A36C-48C194F39E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4308" y="418005"/>
            <a:ext cx="6623384" cy="583718"/>
          </a:xfrm>
        </p:spPr>
        <p:txBody>
          <a:bodyPr rtlCol="0"/>
          <a:lstStyle/>
          <a:p>
            <a:pPr rtl="0"/>
            <a:r>
              <a:rPr lang="pt-BR" sz="2000" dirty="0">
                <a:latin typeface="+mj-lt"/>
              </a:rPr>
              <a:t>INTRODUÇÃO PROJETO </a:t>
            </a:r>
            <a:r>
              <a:rPr lang="pt-BR" sz="2000" b="1" dirty="0" err="1">
                <a:latin typeface="+mj-lt"/>
              </a:rPr>
              <a:t>BlocK</a:t>
            </a:r>
            <a:r>
              <a:rPr lang="pt-BR" sz="2000" b="1" dirty="0">
                <a:latin typeface="+mj-lt"/>
              </a:rPr>
              <a:t> Covid-19</a:t>
            </a:r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A4BADA18-8F0E-4249-A144-6CB8259BA65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747500" y="6469063"/>
            <a:ext cx="444500" cy="365125"/>
          </a:xfrm>
        </p:spPr>
        <p:txBody>
          <a:bodyPr rtlCol="0"/>
          <a:lstStyle/>
          <a:p>
            <a:pPr rtl="0"/>
            <a:fld id="{8C2E478F-E849-4A8C-AF1F-CBCC78A7CBFA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253735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1D24B42B-925B-494C-A986-BD85E8117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78727" y="1564105"/>
            <a:ext cx="6514490" cy="2636281"/>
          </a:xfrm>
        </p:spPr>
        <p:txBody>
          <a:bodyPr rtlCol="0">
            <a:normAutofit fontScale="90000"/>
          </a:bodyPr>
          <a:lstStyle/>
          <a:p>
            <a:pPr rtl="0"/>
            <a:r>
              <a:rPr lang="pt-BR" dirty="0"/>
              <a:t>Funcionalidades módulo prevenção</a:t>
            </a:r>
          </a:p>
        </p:txBody>
      </p:sp>
      <p:pic>
        <p:nvPicPr>
          <p:cNvPr id="8" name="Espaço Reservado para Imagem 7" descr="detalhe de um código de computador">
            <a:extLst>
              <a:ext uri="{FF2B5EF4-FFF2-40B4-BE49-F238E27FC236}">
                <a16:creationId xmlns:a16="http://schemas.microsoft.com/office/drawing/2014/main" id="{A596BF19-CC58-4709-B5D6-3FC378FDC7BA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20370" r="20370"/>
          <a:stretch/>
        </p:blipFill>
        <p:spPr>
          <a:xfrm>
            <a:off x="-1" y="0"/>
            <a:ext cx="5618747" cy="6867922"/>
          </a:xfrm>
        </p:spPr>
      </p:pic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B156CAF1-214F-4566-9B0D-DACA1063E8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336145" y="6264197"/>
            <a:ext cx="3090176" cy="365125"/>
          </a:xfrm>
        </p:spPr>
        <p:txBody>
          <a:bodyPr rtlCol="0"/>
          <a:lstStyle/>
          <a:p>
            <a:pPr rtl="0"/>
            <a:r>
              <a:rPr lang="pt-BR" dirty="0"/>
              <a:t>Vamos Mergulhar</a:t>
            </a:r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FC6A5C12-E784-444E-B868-DE2AE8574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C2E478F-E849-4A8C-AF1F-CBCC78A7CBFA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447653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85534194-745D-4888-BF16-6C09F65EA4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 anchor="ctr">
            <a:normAutofit/>
          </a:bodyPr>
          <a:lstStyle/>
          <a:p>
            <a:r>
              <a:rPr lang="pt-BR" sz="4800" spc="300" dirty="0"/>
              <a:t>FUNCIONALIDADES DO MÓDULO AQUI</a:t>
            </a:r>
          </a:p>
        </p:txBody>
      </p:sp>
      <p:pic>
        <p:nvPicPr>
          <p:cNvPr id="14" name="Espaço Reservado para Imagem 13" descr="pessoas olhando para plantas em uma parede">
            <a:extLst>
              <a:ext uri="{FF2B5EF4-FFF2-40B4-BE49-F238E27FC236}">
                <a16:creationId xmlns:a16="http://schemas.microsoft.com/office/drawing/2014/main" id="{0FFF32E4-AD91-40FC-9DF7-A3354578229E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email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t="4341" b="4341"/>
          <a:stretch>
            <a:fillRect/>
          </a:stretch>
        </p:blipFill>
        <p:spPr/>
      </p:pic>
      <p:pic>
        <p:nvPicPr>
          <p:cNvPr id="16" name="Espaço Reservado para Imagem 15" descr="anotações auto-adesivas em um quadro de apagamento seco claro">
            <a:extLst>
              <a:ext uri="{FF2B5EF4-FFF2-40B4-BE49-F238E27FC236}">
                <a16:creationId xmlns:a16="http://schemas.microsoft.com/office/drawing/2014/main" id="{50D4325D-C08E-44CB-8E25-A519866BD2D3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5" cstate="email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t="4341" b="4341"/>
          <a:stretch>
            <a:fillRect/>
          </a:stretch>
        </p:blipFill>
        <p:spPr/>
      </p:pic>
      <p:pic>
        <p:nvPicPr>
          <p:cNvPr id="19" name="Espaço Reservado para Imagem 18" descr="grupo de pessoas em uma mesa de conferência">
            <a:extLst>
              <a:ext uri="{FF2B5EF4-FFF2-40B4-BE49-F238E27FC236}">
                <a16:creationId xmlns:a16="http://schemas.microsoft.com/office/drawing/2014/main" id="{FB89929D-9F1B-48CA-B694-B0344FFC9F65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 r:embed="rId7" cstate="email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t="4341" b="4341"/>
          <a:stretch>
            <a:fillRect/>
          </a:stretch>
        </p:blipFill>
        <p:spPr/>
      </p:pic>
      <p:sp>
        <p:nvSpPr>
          <p:cNvPr id="6" name="Espaço Reservado para Texto 5">
            <a:extLst>
              <a:ext uri="{FF2B5EF4-FFF2-40B4-BE49-F238E27FC236}">
                <a16:creationId xmlns:a16="http://schemas.microsoft.com/office/drawing/2014/main" id="{E4A248D7-680E-4181-9558-ED00D7CEAD6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60121" y="3669506"/>
            <a:ext cx="2910130" cy="2566988"/>
          </a:xfrm>
        </p:spPr>
        <p:txBody>
          <a:bodyPr rtlCol="0">
            <a:normAutofit/>
          </a:bodyPr>
          <a:lstStyle/>
          <a:p>
            <a:pPr marL="0" indent="0" rtl="0">
              <a:lnSpc>
                <a:spcPct val="100000"/>
              </a:lnSpc>
              <a:spcBef>
                <a:spcPts val="0"/>
              </a:spcBef>
              <a:buNone/>
              <a:defRPr/>
            </a:pPr>
            <a:r>
              <a:rPr lang="pt-BR" spc="300" dirty="0"/>
              <a:t>EMPRESA </a:t>
            </a:r>
            <a:br>
              <a:rPr lang="pt-BR" spc="300" dirty="0"/>
            </a:br>
            <a:r>
              <a:rPr lang="pt-BR" spc="300" dirty="0"/>
              <a:t>PRIORIDADES:</a:t>
            </a:r>
          </a:p>
          <a:p>
            <a:pPr marL="228600" indent="-228600" rtl="0">
              <a:lnSpc>
                <a:spcPct val="100000"/>
              </a:lnSpc>
              <a:buFont typeface="Wingdings" panose="05000000000000000000" pitchFamily="2" charset="2"/>
              <a:buChar char="§"/>
              <a:defRPr/>
            </a:pPr>
            <a:r>
              <a:rPr lang="pt-BR" sz="1400" spc="0" dirty="0"/>
              <a:t>Aumente a satisfação do cliente em 2%</a:t>
            </a:r>
          </a:p>
          <a:p>
            <a:pPr marL="228600" indent="-228600" rtl="0">
              <a:lnSpc>
                <a:spcPct val="100000"/>
              </a:lnSpc>
              <a:buFont typeface="Wingdings" panose="05000000000000000000" pitchFamily="2" charset="2"/>
              <a:buChar char="§"/>
              <a:defRPr/>
            </a:pPr>
            <a:r>
              <a:rPr lang="pt-BR" sz="1400" spc="0" dirty="0"/>
              <a:t>Mantenha o crescimento</a:t>
            </a:r>
          </a:p>
          <a:p>
            <a:pPr marL="0" indent="0" rtl="0">
              <a:lnSpc>
                <a:spcPct val="100000"/>
              </a:lnSpc>
              <a:spcBef>
                <a:spcPts val="0"/>
              </a:spcBef>
              <a:buNone/>
              <a:defRPr/>
            </a:pPr>
            <a:endParaRPr lang="pt-BR" spc="300" dirty="0"/>
          </a:p>
          <a:p>
            <a:pPr rtl="0"/>
            <a:endParaRPr lang="pt-BR" dirty="0"/>
          </a:p>
        </p:txBody>
      </p:sp>
      <p:sp>
        <p:nvSpPr>
          <p:cNvPr id="12" name="Espaço Reservado para Conteúdo 24">
            <a:extLst>
              <a:ext uri="{FF2B5EF4-FFF2-40B4-BE49-F238E27FC236}">
                <a16:creationId xmlns:a16="http://schemas.microsoft.com/office/drawing/2014/main" id="{3DD3B9ED-231E-423D-B8D7-6DE1C249CA4E}"/>
              </a:ext>
            </a:extLst>
          </p:cNvPr>
          <p:cNvSpPr txBox="1">
            <a:spLocks/>
          </p:cNvSpPr>
          <p:nvPr/>
        </p:nvSpPr>
        <p:spPr>
          <a:xfrm>
            <a:off x="4541520" y="3670301"/>
            <a:ext cx="3108960" cy="27558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rtl="0">
              <a:lnSpc>
                <a:spcPct val="100000"/>
              </a:lnSpc>
              <a:spcBef>
                <a:spcPts val="0"/>
              </a:spcBef>
              <a:buNone/>
              <a:defRPr/>
            </a:pPr>
            <a:r>
              <a:rPr lang="pt-BR" sz="2400" spc="300"/>
              <a:t>INCLUÍDOS </a:t>
            </a:r>
            <a:br>
              <a:rPr lang="pt-BR" sz="2400" spc="300"/>
            </a:br>
            <a:r>
              <a:rPr lang="pt-BR" sz="2400" spc="300"/>
              <a:t>PRIORIDADES:</a:t>
            </a:r>
          </a:p>
          <a:p>
            <a:pPr rtl="0">
              <a:lnSpc>
                <a:spcPct val="100000"/>
              </a:lnSpc>
              <a:buFont typeface="Wingdings" panose="05000000000000000000" pitchFamily="2" charset="2"/>
              <a:buChar char="§"/>
              <a:defRPr/>
            </a:pPr>
            <a:r>
              <a:rPr lang="pt-BR" sz="1400"/>
              <a:t>Melhorar a presença da mídia social</a:t>
            </a:r>
          </a:p>
          <a:p>
            <a:pPr rtl="0">
              <a:lnSpc>
                <a:spcPct val="100000"/>
              </a:lnSpc>
              <a:buFont typeface="Wingdings" panose="05000000000000000000" pitchFamily="2" charset="2"/>
              <a:buChar char="§"/>
              <a:defRPr/>
            </a:pPr>
            <a:r>
              <a:rPr lang="pt-BR" sz="1400"/>
              <a:t>Garanta que o custo de desenvolvimento permaneça abaixo do orçamento</a:t>
            </a:r>
          </a:p>
          <a:p>
            <a:pPr rtl="0"/>
            <a:endParaRPr lang="pt-BR"/>
          </a:p>
        </p:txBody>
      </p:sp>
      <p:sp>
        <p:nvSpPr>
          <p:cNvPr id="13" name="Espaço Reservado para Conteúdo 25">
            <a:extLst>
              <a:ext uri="{FF2B5EF4-FFF2-40B4-BE49-F238E27FC236}">
                <a16:creationId xmlns:a16="http://schemas.microsoft.com/office/drawing/2014/main" id="{184497C2-C5BB-4C07-AF14-B5D10275FC68}"/>
              </a:ext>
            </a:extLst>
          </p:cNvPr>
          <p:cNvSpPr txBox="1">
            <a:spLocks/>
          </p:cNvSpPr>
          <p:nvPr/>
        </p:nvSpPr>
        <p:spPr>
          <a:xfrm>
            <a:off x="8122920" y="3670302"/>
            <a:ext cx="3108960" cy="27558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rtl="0">
              <a:lnSpc>
                <a:spcPct val="100000"/>
              </a:lnSpc>
              <a:spcBef>
                <a:spcPts val="0"/>
              </a:spcBef>
              <a:buFontTx/>
              <a:buNone/>
              <a:defRPr/>
            </a:pPr>
            <a:r>
              <a:rPr lang="pt-BR" sz="2400" spc="300"/>
              <a:t>OPORTUNIDADES PARA FUNCIONÁRIOS</a:t>
            </a:r>
          </a:p>
          <a:p>
            <a:pPr rtl="0">
              <a:lnSpc>
                <a:spcPct val="100000"/>
              </a:lnSpc>
              <a:buFont typeface="Wingdings" panose="05000000000000000000" pitchFamily="2" charset="2"/>
              <a:buChar char="§"/>
              <a:defRPr/>
            </a:pPr>
            <a:r>
              <a:rPr lang="pt-BR" sz="1400"/>
              <a:t>Iniciam os estagiários</a:t>
            </a:r>
          </a:p>
          <a:p>
            <a:pPr rtl="0">
              <a:lnSpc>
                <a:spcPct val="100000"/>
              </a:lnSpc>
              <a:buFont typeface="Wingdings" panose="05000000000000000000" pitchFamily="2" charset="2"/>
              <a:buChar char="§"/>
              <a:defRPr/>
            </a:pPr>
            <a:r>
              <a:rPr lang="pt-BR" sz="1400"/>
              <a:t>Equipes de recreação internas</a:t>
            </a:r>
          </a:p>
          <a:p>
            <a:pPr rtl="0">
              <a:lnSpc>
                <a:spcPct val="100000"/>
              </a:lnSpc>
              <a:buFont typeface="Wingdings" panose="05000000000000000000" pitchFamily="2" charset="2"/>
              <a:buChar char="§"/>
              <a:defRPr/>
            </a:pPr>
            <a:r>
              <a:rPr lang="pt-BR" sz="1400"/>
              <a:t>Torneios de xadrez</a:t>
            </a:r>
          </a:p>
          <a:p>
            <a:pPr rtl="0">
              <a:lnSpc>
                <a:spcPct val="100000"/>
              </a:lnSpc>
              <a:buFont typeface="Wingdings" panose="05000000000000000000" pitchFamily="2" charset="2"/>
              <a:buChar char="§"/>
              <a:defRPr/>
            </a:pPr>
            <a:r>
              <a:rPr lang="pt-BR" sz="1400"/>
              <a:t>Grande festa para assistir ao jogo</a:t>
            </a:r>
          </a:p>
        </p:txBody>
      </p:sp>
      <p:sp>
        <p:nvSpPr>
          <p:cNvPr id="21" name="Espaço Reservado para o Número do Slide 20">
            <a:extLst>
              <a:ext uri="{FF2B5EF4-FFF2-40B4-BE49-F238E27FC236}">
                <a16:creationId xmlns:a16="http://schemas.microsoft.com/office/drawing/2014/main" id="{27B9B9E1-D2EC-4B8B-BC3C-67231FDDCC7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 rtlCol="0"/>
          <a:lstStyle/>
          <a:p>
            <a:pPr rtl="0"/>
            <a:fld id="{8C2E478F-E849-4A8C-AF1F-CBCC78A7CBFA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349727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83D709CC-2EA1-4ADB-91AA-4332A53A8E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99301" y="1864894"/>
            <a:ext cx="6838783" cy="2023179"/>
          </a:xfrm>
        </p:spPr>
        <p:txBody>
          <a:bodyPr/>
          <a:lstStyle/>
          <a:p>
            <a:r>
              <a:rPr lang="pt-BR" sz="2800" dirty="0"/>
              <a:t>PODERIAMOS COLOCAR UM VIDEO AQUI MOSTRANDO TODAS AS TELAS IMPLEMENTADAS no SITE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DBECA56-409A-402C-9786-E5F6B20E5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8C2E478F-E849-4A8C-AF1F-CBCC78A7CBFA}" type="slidenum">
              <a:rPr lang="pt-BR" noProof="0" smtClean="0"/>
              <a:t>7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6095757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1D24B42B-925B-494C-A986-BD85E8117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78727" y="1564105"/>
            <a:ext cx="6514490" cy="2636281"/>
          </a:xfrm>
        </p:spPr>
        <p:txBody>
          <a:bodyPr rtlCol="0">
            <a:normAutofit fontScale="90000"/>
          </a:bodyPr>
          <a:lstStyle/>
          <a:p>
            <a:pPr rtl="0"/>
            <a:r>
              <a:rPr lang="pt-BR" dirty="0"/>
              <a:t>Funcionalidades módulo TRATAMENTO</a:t>
            </a:r>
          </a:p>
        </p:txBody>
      </p:sp>
      <p:pic>
        <p:nvPicPr>
          <p:cNvPr id="8" name="Espaço Reservado para Imagem 7" descr="detalhe de um código de computador">
            <a:extLst>
              <a:ext uri="{FF2B5EF4-FFF2-40B4-BE49-F238E27FC236}">
                <a16:creationId xmlns:a16="http://schemas.microsoft.com/office/drawing/2014/main" id="{A596BF19-CC58-4709-B5D6-3FC378FDC7BA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20370" r="20370"/>
          <a:stretch/>
        </p:blipFill>
        <p:spPr>
          <a:xfrm>
            <a:off x="-1" y="0"/>
            <a:ext cx="5618747" cy="6867922"/>
          </a:xfrm>
        </p:spPr>
      </p:pic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B156CAF1-214F-4566-9B0D-DACA1063E8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336145" y="6264197"/>
            <a:ext cx="3090176" cy="365125"/>
          </a:xfrm>
        </p:spPr>
        <p:txBody>
          <a:bodyPr rtlCol="0"/>
          <a:lstStyle/>
          <a:p>
            <a:pPr rtl="0"/>
            <a:r>
              <a:rPr lang="pt-BR" dirty="0"/>
              <a:t>Vamos Mergulhar</a:t>
            </a:r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FC6A5C12-E784-444E-B868-DE2AE8574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C2E478F-E849-4A8C-AF1F-CBCC78A7CBFA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16816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ítulo 2">
            <a:extLst>
              <a:ext uri="{FF2B5EF4-FFF2-40B4-BE49-F238E27FC236}">
                <a16:creationId xmlns:a16="http://schemas.microsoft.com/office/drawing/2014/main" id="{93863800-85E5-44A7-96E9-521CE8826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 anchor="ctr">
            <a:normAutofit/>
          </a:bodyPr>
          <a:lstStyle/>
          <a:p>
            <a:pPr algn="ctr" rtl="0"/>
            <a:r>
              <a:rPr lang="pt-BR" sz="4800" spc="300" dirty="0"/>
              <a:t>FUNCIONALIDADES DO MÓDULO AQUI</a:t>
            </a:r>
          </a:p>
        </p:txBody>
      </p:sp>
      <p:pic>
        <p:nvPicPr>
          <p:cNvPr id="15" name="Espaço Reservado para Imagem 14" descr="foto profissional do grupo">
            <a:extLst>
              <a:ext uri="{FF2B5EF4-FFF2-40B4-BE49-F238E27FC236}">
                <a16:creationId xmlns:a16="http://schemas.microsoft.com/office/drawing/2014/main" id="{4B696E0D-78B0-41A4-A40D-7A4F6E88FEB7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email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t="22475" b="22475"/>
          <a:stretch>
            <a:fillRect/>
          </a:stretch>
        </p:blipFill>
        <p:spPr/>
      </p:pic>
      <p:pic>
        <p:nvPicPr>
          <p:cNvPr id="10" name="Espaço Reservado para Imagem 9" descr="detalhe de placas de computador">
            <a:extLst>
              <a:ext uri="{FF2B5EF4-FFF2-40B4-BE49-F238E27FC236}">
                <a16:creationId xmlns:a16="http://schemas.microsoft.com/office/drawing/2014/main" id="{AD4E0449-1F68-4DB7-BBE6-7BC3B0E30699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5" cstate="email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t="15074" b="15074"/>
          <a:stretch>
            <a:fillRect/>
          </a:stretch>
        </p:blipFill>
        <p:spPr/>
      </p:pic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C409A73-2FDB-4725-9558-77B4ACF929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9107" y="3864355"/>
            <a:ext cx="5432929" cy="494506"/>
          </a:xfrm>
        </p:spPr>
        <p:txBody>
          <a:bodyPr rtlCol="0">
            <a:normAutofit fontScale="85000" lnSpcReduction="10000"/>
          </a:bodyPr>
          <a:lstStyle/>
          <a:p>
            <a:pPr rtl="0"/>
            <a:r>
              <a:rPr lang="pt-BR" spc="250" dirty="0">
                <a:solidFill>
                  <a:schemeClr val="tx1"/>
                </a:solidFill>
              </a:rPr>
              <a:t>OPORTUNIDADES PARA FUNCIONÁRIOS</a:t>
            </a:r>
          </a:p>
        </p:txBody>
      </p:sp>
      <p:sp>
        <p:nvSpPr>
          <p:cNvPr id="6" name="Espaço Reservado para Texto 5">
            <a:extLst>
              <a:ext uri="{FF2B5EF4-FFF2-40B4-BE49-F238E27FC236}">
                <a16:creationId xmlns:a16="http://schemas.microsoft.com/office/drawing/2014/main" id="{5FBB0776-0624-4A97-8BD3-03CF602288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 rtlCol="0">
            <a:noAutofit/>
          </a:bodyPr>
          <a:lstStyle/>
          <a:p>
            <a:pPr rtl="0"/>
            <a:r>
              <a:rPr lang="pt-BR" sz="2000" spc="250" dirty="0">
                <a:solidFill>
                  <a:schemeClr val="tx1"/>
                </a:solidFill>
              </a:rPr>
              <a:t>PRIORIDADES DA EMPRESA</a:t>
            </a: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56D0F54D-A602-4D35-8BE1-6B9BE807898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rtlCol="0">
            <a:normAutofit/>
          </a:bodyPr>
          <a:lstStyle/>
          <a:p>
            <a:pPr rtl="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pt-BR" sz="1400" dirty="0">
                <a:solidFill>
                  <a:schemeClr val="tx1"/>
                </a:solidFill>
              </a:rPr>
              <a:t>Fim da comemoração fiscal em 15 de julho </a:t>
            </a:r>
          </a:p>
          <a:p>
            <a:pPr rtl="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pt-BR" sz="1400" dirty="0">
                <a:solidFill>
                  <a:schemeClr val="tx1"/>
                </a:solidFill>
              </a:rPr>
              <a:t>Dia da aprendizagem do funcionário em 14 de agosto </a:t>
            </a:r>
          </a:p>
          <a:p>
            <a:pPr rtl="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pt-BR" sz="1400" dirty="0">
                <a:solidFill>
                  <a:schemeClr val="tx1"/>
                </a:solidFill>
              </a:rPr>
              <a:t>Yoga para funcionários em 3 de setembro </a:t>
            </a:r>
          </a:p>
          <a:p>
            <a:pPr rtl="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pt-BR" sz="1400" dirty="0">
                <a:solidFill>
                  <a:schemeClr val="tx1"/>
                </a:solidFill>
              </a:rPr>
              <a:t>A série de seminários começa em 10 de setembro </a:t>
            </a:r>
          </a:p>
        </p:txBody>
      </p:sp>
      <p:sp>
        <p:nvSpPr>
          <p:cNvPr id="7" name="Espaço Reservado para Conteúdo 6">
            <a:extLst>
              <a:ext uri="{FF2B5EF4-FFF2-40B4-BE49-F238E27FC236}">
                <a16:creationId xmlns:a16="http://schemas.microsoft.com/office/drawing/2014/main" id="{EFFBC808-1837-4C36-BFF0-135B8C1042A2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 rtlCol="0">
            <a:normAutofit/>
          </a:bodyPr>
          <a:lstStyle/>
          <a:p>
            <a:pPr rtl="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pt-BR" sz="1400">
                <a:solidFill>
                  <a:schemeClr val="tx1"/>
                </a:solidFill>
              </a:rPr>
              <a:t>Aumente a satisfação do cliente em 2%</a:t>
            </a:r>
          </a:p>
          <a:p>
            <a:pPr rtl="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pt-BR" sz="1400">
                <a:solidFill>
                  <a:schemeClr val="tx1"/>
                </a:solidFill>
              </a:rPr>
              <a:t>Mantenha o crescimento</a:t>
            </a:r>
          </a:p>
          <a:p>
            <a:pPr rtl="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pt-BR" sz="1400">
                <a:solidFill>
                  <a:schemeClr val="tx1"/>
                </a:solidFill>
              </a:rPr>
              <a:t>Parceria de iniciativa com organizações de terceiros</a:t>
            </a:r>
          </a:p>
        </p:txBody>
      </p:sp>
      <p:sp>
        <p:nvSpPr>
          <p:cNvPr id="16" name="Espaço Reservado para o Número do Slide 15">
            <a:extLst>
              <a:ext uri="{FF2B5EF4-FFF2-40B4-BE49-F238E27FC236}">
                <a16:creationId xmlns:a16="http://schemas.microsoft.com/office/drawing/2014/main" id="{8E69FE38-B9E0-4441-8A00-92DDB88DF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C2E478F-E849-4A8C-AF1F-CBCC78A7CBFA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192656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1D24B42B-925B-494C-A986-BD85E8117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78727" y="1564105"/>
            <a:ext cx="6514490" cy="2636281"/>
          </a:xfrm>
        </p:spPr>
        <p:txBody>
          <a:bodyPr rtlCol="0">
            <a:normAutofit fontScale="90000"/>
          </a:bodyPr>
          <a:lstStyle/>
          <a:p>
            <a:pPr rtl="0"/>
            <a:r>
              <a:rPr lang="pt-BR" dirty="0"/>
              <a:t>Funcionalidades módulo isolamento</a:t>
            </a:r>
          </a:p>
        </p:txBody>
      </p:sp>
      <p:pic>
        <p:nvPicPr>
          <p:cNvPr id="8" name="Espaço Reservado para Imagem 7" descr="detalhe de um código de computador">
            <a:extLst>
              <a:ext uri="{FF2B5EF4-FFF2-40B4-BE49-F238E27FC236}">
                <a16:creationId xmlns:a16="http://schemas.microsoft.com/office/drawing/2014/main" id="{A596BF19-CC58-4709-B5D6-3FC378FDC7BA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20370" r="20370"/>
          <a:stretch/>
        </p:blipFill>
        <p:spPr>
          <a:xfrm>
            <a:off x="-1" y="0"/>
            <a:ext cx="5618747" cy="6867922"/>
          </a:xfrm>
        </p:spPr>
      </p:pic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B156CAF1-214F-4566-9B0D-DACA1063E8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336145" y="6264197"/>
            <a:ext cx="3090176" cy="365125"/>
          </a:xfrm>
        </p:spPr>
        <p:txBody>
          <a:bodyPr rtlCol="0"/>
          <a:lstStyle/>
          <a:p>
            <a:pPr rtl="0"/>
            <a:r>
              <a:rPr lang="pt-BR" dirty="0"/>
              <a:t>Vamos Mergulhar</a:t>
            </a:r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FC6A5C12-E784-444E-B868-DE2AE8574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C2E478F-E849-4A8C-AF1F-CBCC78A7CBFA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482666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ítulo 2">
            <a:extLst>
              <a:ext uri="{FF2B5EF4-FFF2-40B4-BE49-F238E27FC236}">
                <a16:creationId xmlns:a16="http://schemas.microsoft.com/office/drawing/2014/main" id="{93863800-85E5-44A7-96E9-521CE8826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519" y="1"/>
            <a:ext cx="11002962" cy="1022683"/>
          </a:xfrm>
        </p:spPr>
        <p:txBody>
          <a:bodyPr rtlCol="0" anchor="ctr">
            <a:normAutofit/>
          </a:bodyPr>
          <a:lstStyle/>
          <a:p>
            <a:pPr algn="ctr" rtl="0"/>
            <a:r>
              <a:rPr lang="pt-BR" sz="4800" spc="300" dirty="0"/>
              <a:t>FUNCIONALIDADES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C409A73-2FDB-4725-9558-77B4ACF929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9107" y="3864355"/>
            <a:ext cx="5432929" cy="494506"/>
          </a:xfrm>
        </p:spPr>
        <p:txBody>
          <a:bodyPr rtlCol="0">
            <a:normAutofit/>
          </a:bodyPr>
          <a:lstStyle/>
          <a:p>
            <a:pPr rtl="0"/>
            <a:r>
              <a:rPr lang="pt-BR" sz="1800" spc="250" dirty="0">
                <a:solidFill>
                  <a:schemeClr val="tx1"/>
                </a:solidFill>
              </a:rPr>
              <a:t>MAPEAMENTO DE AGLOREMAÇÃO</a:t>
            </a:r>
          </a:p>
        </p:txBody>
      </p:sp>
      <p:sp>
        <p:nvSpPr>
          <p:cNvPr id="6" name="Espaço Reservado para Texto 5">
            <a:extLst>
              <a:ext uri="{FF2B5EF4-FFF2-40B4-BE49-F238E27FC236}">
                <a16:creationId xmlns:a16="http://schemas.microsoft.com/office/drawing/2014/main" id="{5FBB0776-0624-4A97-8BD3-03CF602288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 rtlCol="0">
            <a:noAutofit/>
          </a:bodyPr>
          <a:lstStyle/>
          <a:p>
            <a:pPr rtl="0"/>
            <a:r>
              <a:rPr lang="pt-BR" sz="2000" spc="250" dirty="0"/>
              <a:t>MAPA DE LOCAIS ÚTEIS</a:t>
            </a:r>
            <a:endParaRPr lang="pt-BR" sz="2000" spc="250" dirty="0">
              <a:solidFill>
                <a:schemeClr val="tx1"/>
              </a:solidFill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56D0F54D-A602-4D35-8BE1-6B9BE807898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rtlCol="0">
            <a:normAutofit/>
          </a:bodyPr>
          <a:lstStyle/>
          <a:p>
            <a:pPr rtl="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pt-BR" sz="1400" dirty="0">
                <a:solidFill>
                  <a:schemeClr val="tx1"/>
                </a:solidFill>
              </a:rPr>
              <a:t>Evitar potencial aglomeração</a:t>
            </a:r>
          </a:p>
          <a:p>
            <a:pPr rtl="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pt-BR" sz="1400" dirty="0"/>
              <a:t>API Facebook</a:t>
            </a:r>
            <a:endParaRPr lang="pt-BR" sz="1400" dirty="0">
              <a:solidFill>
                <a:schemeClr val="tx1"/>
              </a:solidFill>
            </a:endParaRPr>
          </a:p>
          <a:p>
            <a:pPr rtl="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pt-BR" sz="1400" dirty="0">
                <a:solidFill>
                  <a:schemeClr val="tx1"/>
                </a:solidFill>
              </a:rPr>
              <a:t>API Google Maps</a:t>
            </a:r>
          </a:p>
        </p:txBody>
      </p:sp>
      <p:sp>
        <p:nvSpPr>
          <p:cNvPr id="7" name="Espaço Reservado para Conteúdo 6">
            <a:extLst>
              <a:ext uri="{FF2B5EF4-FFF2-40B4-BE49-F238E27FC236}">
                <a16:creationId xmlns:a16="http://schemas.microsoft.com/office/drawing/2014/main" id="{EFFBC808-1837-4C36-BFF0-135B8C1042A2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 rtlCol="0">
            <a:normAutofit/>
          </a:bodyPr>
          <a:lstStyle/>
          <a:p>
            <a:pPr rtl="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pt-BR" sz="1400" dirty="0">
                <a:solidFill>
                  <a:schemeClr val="tx1"/>
                </a:solidFill>
              </a:rPr>
              <a:t>Distanciamento Social</a:t>
            </a:r>
          </a:p>
          <a:p>
            <a:pPr rtl="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pt-BR" sz="1400" dirty="0">
                <a:solidFill>
                  <a:schemeClr val="tx1"/>
                </a:solidFill>
              </a:rPr>
              <a:t>Farmácias e Supermercados</a:t>
            </a:r>
          </a:p>
          <a:p>
            <a:pPr rtl="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pt-BR" sz="1400" dirty="0">
                <a:solidFill>
                  <a:schemeClr val="tx1"/>
                </a:solidFill>
              </a:rPr>
              <a:t>API Google Maps</a:t>
            </a:r>
          </a:p>
          <a:p>
            <a:pPr rtl="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pt-BR" sz="1400" dirty="0"/>
              <a:t>Banco de dados PostgreSQL</a:t>
            </a:r>
            <a:endParaRPr lang="pt-BR" sz="1400" dirty="0">
              <a:solidFill>
                <a:schemeClr val="tx1"/>
              </a:solidFill>
            </a:endParaRPr>
          </a:p>
        </p:txBody>
      </p:sp>
      <p:sp>
        <p:nvSpPr>
          <p:cNvPr id="16" name="Espaço Reservado para o Número do Slide 15">
            <a:extLst>
              <a:ext uri="{FF2B5EF4-FFF2-40B4-BE49-F238E27FC236}">
                <a16:creationId xmlns:a16="http://schemas.microsoft.com/office/drawing/2014/main" id="{8E69FE38-B9E0-4441-8A00-92DDB88DF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C2E478F-E849-4A8C-AF1F-CBCC78A7CBFA}" type="slidenum">
              <a:rPr lang="pt-BR" smtClean="0"/>
              <a:t>11</a:t>
            </a:fld>
            <a:endParaRPr lang="pt-BR"/>
          </a:p>
        </p:txBody>
      </p:sp>
      <p:pic>
        <p:nvPicPr>
          <p:cNvPr id="8" name="Espaço Reservado para Imagem 7">
            <a:extLst>
              <a:ext uri="{FF2B5EF4-FFF2-40B4-BE49-F238E27FC236}">
                <a16:creationId xmlns:a16="http://schemas.microsoft.com/office/drawing/2014/main" id="{A1A7EE9C-F022-49B6-BA16-D8229F5C96A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t="17378" b="17378"/>
          <a:stretch>
            <a:fillRect/>
          </a:stretch>
        </p:blipFill>
        <p:spPr>
          <a:xfrm>
            <a:off x="248611" y="1455820"/>
            <a:ext cx="5653425" cy="2074779"/>
          </a:xfrm>
          <a:prstGeom prst="rect">
            <a:avLst/>
          </a:prstGeom>
        </p:spPr>
      </p:pic>
      <p:pic>
        <p:nvPicPr>
          <p:cNvPr id="12" name="Espaço Reservado para Imagem 11">
            <a:extLst>
              <a:ext uri="{FF2B5EF4-FFF2-40B4-BE49-F238E27FC236}">
                <a16:creationId xmlns:a16="http://schemas.microsoft.com/office/drawing/2014/main" id="{8C184D7A-D40D-4474-8843-ED863FC2B520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4"/>
          <a:srcRect t="17378" b="17378"/>
          <a:stretch>
            <a:fillRect/>
          </a:stretch>
        </p:blipFill>
        <p:spPr>
          <a:xfrm>
            <a:off x="6329988" y="1455820"/>
            <a:ext cx="5653425" cy="2074779"/>
          </a:xfrm>
          <a:prstGeom prst="rect">
            <a:avLst/>
          </a:prstGeom>
        </p:spPr>
      </p:pic>
      <p:sp>
        <p:nvSpPr>
          <p:cNvPr id="13" name="CaixaDeTexto 12">
            <a:extLst>
              <a:ext uri="{FF2B5EF4-FFF2-40B4-BE49-F238E27FC236}">
                <a16:creationId xmlns:a16="http://schemas.microsoft.com/office/drawing/2014/main" id="{8EDD2FB3-C322-426C-8B04-CF500CB52B8F}"/>
              </a:ext>
            </a:extLst>
          </p:cNvPr>
          <p:cNvSpPr txBox="1"/>
          <p:nvPr/>
        </p:nvSpPr>
        <p:spPr>
          <a:xfrm>
            <a:off x="4842374" y="6586638"/>
            <a:ext cx="25506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*Imagens meramente ilustrativas</a:t>
            </a:r>
          </a:p>
        </p:txBody>
      </p:sp>
    </p:spTree>
    <p:extLst>
      <p:ext uri="{BB962C8B-B14F-4D97-AF65-F5344CB8AC3E}">
        <p14:creationId xmlns:p14="http://schemas.microsoft.com/office/powerpoint/2010/main" val="33218253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CC3376-5069-4C7B-BE6B-A3776D1B4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275153"/>
            <a:ext cx="5897218" cy="884238"/>
          </a:xfrm>
        </p:spPr>
        <p:txBody>
          <a:bodyPr rtlCol="0"/>
          <a:lstStyle/>
          <a:p>
            <a:pPr rtl="0"/>
            <a:r>
              <a:rPr lang="pt-BR" dirty="0"/>
              <a:t>TECNOLOGIAS UTILIZADAS</a:t>
            </a:r>
          </a:p>
        </p:txBody>
      </p:sp>
      <p:pic>
        <p:nvPicPr>
          <p:cNvPr id="6" name="Espaço Reservado para Imagem 5" descr="pessoa olhando uma planta em uma parede de tijolos">
            <a:extLst>
              <a:ext uri="{FF2B5EF4-FFF2-40B4-BE49-F238E27FC236}">
                <a16:creationId xmlns:a16="http://schemas.microsoft.com/office/drawing/2014/main" id="{C07C315A-7CD1-432C-92FA-6B62159B56CA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23552" t="1" r="23880" b="327"/>
          <a:stretch/>
        </p:blipFill>
        <p:spPr>
          <a:xfrm>
            <a:off x="0" y="0"/>
            <a:ext cx="5416550" cy="6858000"/>
          </a:xfrm>
        </p:spPr>
      </p:pic>
      <p:sp>
        <p:nvSpPr>
          <p:cNvPr id="14" name="Espaço Reservado para Conteúdo 13">
            <a:extLst>
              <a:ext uri="{FF2B5EF4-FFF2-40B4-BE49-F238E27FC236}">
                <a16:creationId xmlns:a16="http://schemas.microsoft.com/office/drawing/2014/main" id="{79248A72-A597-48DF-A270-3389F5D209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660945"/>
            <a:ext cx="5669280" cy="4208346"/>
          </a:xfrm>
        </p:spPr>
        <p:txBody>
          <a:bodyPr rtlCol="0">
            <a:normAutofit/>
          </a:bodyPr>
          <a:lstStyle/>
          <a:p>
            <a:pPr rtl="0"/>
            <a:r>
              <a:rPr lang="pt-BR" sz="1800" dirty="0"/>
              <a:t>Projeto do Site pode ser desenvolvido com HTML, CSS e </a:t>
            </a:r>
            <a:r>
              <a:rPr lang="pt-BR" sz="1800" dirty="0" err="1"/>
              <a:t>JavaScript</a:t>
            </a:r>
            <a:r>
              <a:rPr lang="pt-BR" sz="1800" dirty="0"/>
              <a:t>. O Site terá um layout responsivo com características mobile.</a:t>
            </a:r>
          </a:p>
          <a:p>
            <a:pPr rtl="0"/>
            <a:r>
              <a:rPr lang="pt-BR" sz="1800" dirty="0"/>
              <a:t>IDE - Visual Studio </a:t>
            </a:r>
            <a:r>
              <a:rPr lang="pt-BR" sz="1800" dirty="0" err="1"/>
              <a:t>Code</a:t>
            </a:r>
            <a:r>
              <a:rPr lang="pt-BR" sz="1800" dirty="0"/>
              <a:t>.</a:t>
            </a:r>
          </a:p>
          <a:p>
            <a:pPr rtl="0"/>
            <a:r>
              <a:rPr lang="pt-BR" sz="1800" dirty="0" err="1"/>
              <a:t>API’s</a:t>
            </a:r>
            <a:r>
              <a:rPr lang="pt-BR" sz="1800" dirty="0"/>
              <a:t> : Facebook e Google Maps.</a:t>
            </a:r>
          </a:p>
        </p:txBody>
      </p:sp>
      <p:sp>
        <p:nvSpPr>
          <p:cNvPr id="16" name="Espaço Reservado para o Número do Slide 15">
            <a:extLst>
              <a:ext uri="{FF2B5EF4-FFF2-40B4-BE49-F238E27FC236}">
                <a16:creationId xmlns:a16="http://schemas.microsoft.com/office/drawing/2014/main" id="{7FA57D11-A25F-4772-8E50-DDB68BE8CB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rtlCol="0"/>
          <a:lstStyle/>
          <a:p>
            <a:pPr rtl="0"/>
            <a:fld id="{8C2E478F-E849-4A8C-AF1F-CBCC78A7CBFA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168917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Espaço Reservado para Imagem 7" descr="detalhe de um código de computador">
            <a:extLst>
              <a:ext uri="{FF2B5EF4-FFF2-40B4-BE49-F238E27FC236}">
                <a16:creationId xmlns:a16="http://schemas.microsoft.com/office/drawing/2014/main" id="{1D5DB266-C804-437C-AED7-3D057820D24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alphaModFix amt="3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rcRect t="7813" b="7813"/>
          <a:stretch/>
        </p:blipFill>
        <p:spPr/>
      </p:pic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DAF72BBC-FC90-4B63-96CA-ABED853DBAD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217843" y="2746007"/>
            <a:ext cx="9756314" cy="1365986"/>
          </a:xfrm>
        </p:spPr>
        <p:txBody>
          <a:bodyPr rtlCol="0"/>
          <a:lstStyle/>
          <a:p>
            <a:pPr rtl="0"/>
            <a:r>
              <a:rPr lang="pt-BR" sz="6000" dirty="0">
                <a:latin typeface="+mj-lt"/>
              </a:rPr>
              <a:t>DÚVIDAS?</a:t>
            </a:r>
          </a:p>
        </p:txBody>
      </p:sp>
    </p:spTree>
    <p:extLst>
      <p:ext uri="{BB962C8B-B14F-4D97-AF65-F5344CB8AC3E}">
        <p14:creationId xmlns:p14="http://schemas.microsoft.com/office/powerpoint/2010/main" val="8397791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Espaço Reservado para Imagem 7" descr="imagem abstrata">
            <a:extLst>
              <a:ext uri="{FF2B5EF4-FFF2-40B4-BE49-F238E27FC236}">
                <a16:creationId xmlns:a16="http://schemas.microsoft.com/office/drawing/2014/main" id="{D5C5EA1B-F06D-4AD1-B526-89C2DF77223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52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22717" r="45642"/>
          <a:stretch/>
        </p:blipFill>
        <p:spPr>
          <a:xfrm rot="16200000">
            <a:off x="2667001" y="-2666999"/>
            <a:ext cx="6858000" cy="12192000"/>
          </a:xfrm>
          <a:prstGeom prst="rect">
            <a:avLst/>
          </a:prstGeom>
          <a:noFill/>
        </p:spPr>
      </p:pic>
      <p:sp>
        <p:nvSpPr>
          <p:cNvPr id="6" name="Título 5">
            <a:extLst>
              <a:ext uri="{FF2B5EF4-FFF2-40B4-BE49-F238E27FC236}">
                <a16:creationId xmlns:a16="http://schemas.microsoft.com/office/drawing/2014/main" id="{4F7706BE-EF2E-459C-8778-01DDD354C63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702364" y="1901442"/>
            <a:ext cx="10787270" cy="830649"/>
          </a:xfrm>
        </p:spPr>
        <p:txBody>
          <a:bodyPr rtlCol="0">
            <a:normAutofit/>
          </a:bodyPr>
          <a:lstStyle/>
          <a:p>
            <a:pPr rtl="0"/>
            <a:r>
              <a:rPr lang="pt-BR" sz="4400" b="1" spc="300" dirty="0"/>
              <a:t>OBRIGADO</a:t>
            </a:r>
            <a:endParaRPr lang="pt-BR" sz="4000" b="1" spc="300" dirty="0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C747C414-85D9-40D6-9BB3-5AF68A84F41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985397" y="3100780"/>
            <a:ext cx="6221205" cy="656440"/>
          </a:xfrm>
        </p:spPr>
        <p:txBody>
          <a:bodyPr rtlCol="0"/>
          <a:lstStyle/>
          <a:p>
            <a:pPr rtl="0"/>
            <a:r>
              <a:rPr lang="pt-BR" sz="2000" b="1" i="0" dirty="0">
                <a:solidFill>
                  <a:srgbClr val="C9D1D9"/>
                </a:solidFill>
                <a:effectLst/>
              </a:rPr>
              <a:t>Equipe - Parque </a:t>
            </a:r>
            <a:r>
              <a:rPr lang="pt-BR" sz="2000" b="1" i="0" dirty="0" err="1">
                <a:solidFill>
                  <a:srgbClr val="C9D1D9"/>
                </a:solidFill>
                <a:effectLst/>
              </a:rPr>
              <a:t>Spitzkopf</a:t>
            </a:r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92772757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Custom 5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A53F52"/>
      </a:accent1>
      <a:accent2>
        <a:srgbClr val="E99757"/>
      </a:accent2>
      <a:accent3>
        <a:srgbClr val="2F3342"/>
      </a:accent3>
      <a:accent4>
        <a:srgbClr val="2C2153"/>
      </a:accent4>
      <a:accent5>
        <a:srgbClr val="01023B"/>
      </a:accent5>
      <a:accent6>
        <a:srgbClr val="7F7F7F"/>
      </a:accent6>
      <a:hlink>
        <a:srgbClr val="3A3838"/>
      </a:hlink>
      <a:folHlink>
        <a:srgbClr val="D0CECE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48420166_TF55661986_Win32" id="{BB58C8DE-9511-4B43-8697-806BDB465BDD}" vid="{64A371BB-1EDC-4313-8E20-9F2D9934D461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1B7E2D32-4FDD-4266-880C-17595B80143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5BB9993-D5F9-46FA-B2E5-80E3632E982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3D9F223-918A-45AF-9B53-56AB9E5E2182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Apresentação de tecnologia</Template>
  <TotalTime>80</TotalTime>
  <Words>299</Words>
  <Application>Microsoft Office PowerPoint</Application>
  <PresentationFormat>Widescreen</PresentationFormat>
  <Paragraphs>91</Paragraphs>
  <Slides>14</Slides>
  <Notes>13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14</vt:i4>
      </vt:variant>
    </vt:vector>
  </HeadingPairs>
  <TitlesOfParts>
    <vt:vector size="20" baseType="lpstr">
      <vt:lpstr>-apple-system</vt:lpstr>
      <vt:lpstr>Arial</vt:lpstr>
      <vt:lpstr>Calibri</vt:lpstr>
      <vt:lpstr>Calibri Light</vt:lpstr>
      <vt:lpstr>Wingdings</vt:lpstr>
      <vt:lpstr>Tema do Office</vt:lpstr>
      <vt:lpstr>Equipe - Parque Spitzkopf</vt:lpstr>
      <vt:lpstr>Agenda</vt:lpstr>
      <vt:lpstr>Conheça a equipe</vt:lpstr>
      <vt:lpstr>INTRODUÇÃO PROJETO BlocK Covid-19</vt:lpstr>
      <vt:lpstr>Funcionalidades módulo prevenção</vt:lpstr>
      <vt:lpstr>FUNCIONALIDADES DO MÓDULO AQUI</vt:lpstr>
      <vt:lpstr>PODERIAMOS COLOCAR UM VIDEO AQUI MOSTRANDO TODAS AS TELAS IMPLEMENTADAS no SITE</vt:lpstr>
      <vt:lpstr>Funcionalidades módulo TRATAMENTO</vt:lpstr>
      <vt:lpstr>FUNCIONALIDADES DO MÓDULO AQUI</vt:lpstr>
      <vt:lpstr>Funcionalidades módulo isolamento</vt:lpstr>
      <vt:lpstr>FUNCIONALIDADES</vt:lpstr>
      <vt:lpstr>TECNOLOGIAS UTILIZADAS</vt:lpstr>
      <vt:lpstr>Apresentação do PowerPoint</vt:lpstr>
      <vt:lpstr>OBRIGADO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Equipe - Parque Spitzkopf</dc:title>
  <dc:creator>Luan Lordello</dc:creator>
  <cp:lastModifiedBy>Luan Lordello</cp:lastModifiedBy>
  <cp:revision>3</cp:revision>
  <dcterms:created xsi:type="dcterms:W3CDTF">2021-11-13T01:28:18Z</dcterms:created>
  <dcterms:modified xsi:type="dcterms:W3CDTF">2021-11-13T02:52:03Z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