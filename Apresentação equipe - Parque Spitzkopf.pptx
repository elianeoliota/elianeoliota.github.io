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2448" r:id="rId5"/>
    <p:sldId id="2462" r:id="rId6"/>
    <p:sldId id="260" r:id="rId7"/>
    <p:sldId id="259" r:id="rId8"/>
    <p:sldId id="2451" r:id="rId9"/>
    <p:sldId id="2464" r:id="rId10"/>
    <p:sldId id="2467" r:id="rId11"/>
    <p:sldId id="2465" r:id="rId12"/>
    <p:sldId id="262" r:id="rId13"/>
    <p:sldId id="2468" r:id="rId14"/>
    <p:sldId id="2469" r:id="rId15"/>
    <p:sldId id="2470" r:id="rId16"/>
    <p:sldId id="2471" r:id="rId17"/>
    <p:sldId id="2472" r:id="rId18"/>
    <p:sldId id="2473" r:id="rId19"/>
    <p:sldId id="2474" r:id="rId20"/>
    <p:sldId id="2475" r:id="rId21"/>
    <p:sldId id="2476" r:id="rId22"/>
    <p:sldId id="2456" r:id="rId23"/>
    <p:sldId id="2450" r:id="rId24"/>
    <p:sldId id="2436" r:id="rId25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5033" autoAdjust="0"/>
  </p:normalViewPr>
  <p:slideViewPr>
    <p:cSldViewPr snapToGrid="0">
      <p:cViewPr varScale="1">
        <p:scale>
          <a:sx n="74" d="100"/>
          <a:sy n="74" d="100"/>
        </p:scale>
        <p:origin x="576" y="60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96" d="100"/>
          <a:sy n="96" d="100"/>
        </p:scale>
        <p:origin x="289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an Lordello" userId="1b7258a394751987" providerId="LiveId" clId="{3778217C-A6FC-4147-9AAA-77B6591F9A8D}"/>
    <pc:docChg chg="undo custSel addSld delSld modSld">
      <pc:chgData name="Luan Lordello" userId="1b7258a394751987" providerId="LiveId" clId="{3778217C-A6FC-4147-9AAA-77B6591F9A8D}" dt="2021-11-14T02:11:32.971" v="66" actId="1076"/>
      <pc:docMkLst>
        <pc:docMk/>
      </pc:docMkLst>
      <pc:sldChg chg="addSp delSp modSp mod">
        <pc:chgData name="Luan Lordello" userId="1b7258a394751987" providerId="LiveId" clId="{3778217C-A6FC-4147-9AAA-77B6591F9A8D}" dt="2021-11-14T02:11:32.971" v="66" actId="1076"/>
        <pc:sldMkLst>
          <pc:docMk/>
          <pc:sldMk cId="2720361709" sldId="260"/>
        </pc:sldMkLst>
        <pc:spChg chg="add del mod">
          <ac:chgData name="Luan Lordello" userId="1b7258a394751987" providerId="LiveId" clId="{3778217C-A6FC-4147-9AAA-77B6591F9A8D}" dt="2021-11-14T02:07:16.979" v="26" actId="22"/>
          <ac:spMkLst>
            <pc:docMk/>
            <pc:sldMk cId="2720361709" sldId="260"/>
            <ac:spMk id="3" creationId="{E714B9BC-2732-4B55-AB4D-D27AF43D96C5}"/>
          </ac:spMkLst>
        </pc:spChg>
        <pc:spChg chg="add del mod">
          <ac:chgData name="Luan Lordello" userId="1b7258a394751987" providerId="LiveId" clId="{3778217C-A6FC-4147-9AAA-77B6591F9A8D}" dt="2021-11-14T02:07:48.559" v="31" actId="478"/>
          <ac:spMkLst>
            <pc:docMk/>
            <pc:sldMk cId="2720361709" sldId="260"/>
            <ac:spMk id="5" creationId="{69CE36BA-30E2-4E84-9B43-9D1620DC2641}"/>
          </ac:spMkLst>
        </pc:spChg>
        <pc:spChg chg="add del mod">
          <ac:chgData name="Luan Lordello" userId="1b7258a394751987" providerId="LiveId" clId="{3778217C-A6FC-4147-9AAA-77B6591F9A8D}" dt="2021-11-14T02:07:46.578" v="29" actId="478"/>
          <ac:spMkLst>
            <pc:docMk/>
            <pc:sldMk cId="2720361709" sldId="260"/>
            <ac:spMk id="8" creationId="{BB34C3CB-857F-49BC-B536-F8CE3E480053}"/>
          </ac:spMkLst>
        </pc:spChg>
        <pc:spChg chg="add del mod">
          <ac:chgData name="Luan Lordello" userId="1b7258a394751987" providerId="LiveId" clId="{3778217C-A6FC-4147-9AAA-77B6591F9A8D}" dt="2021-11-14T02:07:45.378" v="28" actId="478"/>
          <ac:spMkLst>
            <pc:docMk/>
            <pc:sldMk cId="2720361709" sldId="260"/>
            <ac:spMk id="10" creationId="{5DF9D485-D051-4389-A508-539826F8E96C}"/>
          </ac:spMkLst>
        </pc:spChg>
        <pc:spChg chg="mod">
          <ac:chgData name="Luan Lordello" userId="1b7258a394751987" providerId="LiveId" clId="{3778217C-A6FC-4147-9AAA-77B6591F9A8D}" dt="2021-11-14T02:07:59.572" v="34" actId="1076"/>
          <ac:spMkLst>
            <pc:docMk/>
            <pc:sldMk cId="2720361709" sldId="260"/>
            <ac:spMk id="12" creationId="{50AEA731-C7D0-4A0E-B871-4F369D8BEAC5}"/>
          </ac:spMkLst>
        </pc:spChg>
        <pc:spChg chg="mod">
          <ac:chgData name="Luan Lordello" userId="1b7258a394751987" providerId="LiveId" clId="{3778217C-A6FC-4147-9AAA-77B6591F9A8D}" dt="2021-11-14T02:10:30.115" v="59" actId="1076"/>
          <ac:spMkLst>
            <pc:docMk/>
            <pc:sldMk cId="2720361709" sldId="260"/>
            <ac:spMk id="13" creationId="{A4E49AC7-7A73-4B51-BDF6-EABA3162F4B7}"/>
          </ac:spMkLst>
        </pc:spChg>
        <pc:spChg chg="add del mod">
          <ac:chgData name="Luan Lordello" userId="1b7258a394751987" providerId="LiveId" clId="{3778217C-A6FC-4147-9AAA-77B6591F9A8D}" dt="2021-11-14T02:07:49.758" v="32" actId="478"/>
          <ac:spMkLst>
            <pc:docMk/>
            <pc:sldMk cId="2720361709" sldId="260"/>
            <ac:spMk id="15" creationId="{101F2314-A05B-4D83-B4CD-0B0ACCCF1FF2}"/>
          </ac:spMkLst>
        </pc:spChg>
        <pc:spChg chg="add del mod">
          <ac:chgData name="Luan Lordello" userId="1b7258a394751987" providerId="LiveId" clId="{3778217C-A6FC-4147-9AAA-77B6591F9A8D}" dt="2021-11-14T02:07:51.319" v="33" actId="478"/>
          <ac:spMkLst>
            <pc:docMk/>
            <pc:sldMk cId="2720361709" sldId="260"/>
            <ac:spMk id="19" creationId="{A8F5B16F-A26D-4314-BAFE-8F10987DDB52}"/>
          </ac:spMkLst>
        </pc:spChg>
        <pc:spChg chg="add del mod">
          <ac:chgData name="Luan Lordello" userId="1b7258a394751987" providerId="LiveId" clId="{3778217C-A6FC-4147-9AAA-77B6591F9A8D}" dt="2021-11-14T02:07:47.675" v="30" actId="478"/>
          <ac:spMkLst>
            <pc:docMk/>
            <pc:sldMk cId="2720361709" sldId="260"/>
            <ac:spMk id="26" creationId="{84D6F6AD-54B3-42CF-AF54-BCBC0FC83F76}"/>
          </ac:spMkLst>
        </pc:spChg>
        <pc:spChg chg="add del mod">
          <ac:chgData name="Luan Lordello" userId="1b7258a394751987" providerId="LiveId" clId="{3778217C-A6FC-4147-9AAA-77B6591F9A8D}" dt="2021-11-14T02:09:05.896" v="48" actId="478"/>
          <ac:spMkLst>
            <pc:docMk/>
            <pc:sldMk cId="2720361709" sldId="260"/>
            <ac:spMk id="27" creationId="{40673B87-75C9-47B1-B21A-6AE25C9C8F0D}"/>
          </ac:spMkLst>
        </pc:spChg>
        <pc:spChg chg="add mod">
          <ac:chgData name="Luan Lordello" userId="1b7258a394751987" providerId="LiveId" clId="{3778217C-A6FC-4147-9AAA-77B6591F9A8D}" dt="2021-11-14T02:10:32.123" v="60" actId="1076"/>
          <ac:spMkLst>
            <pc:docMk/>
            <pc:sldMk cId="2720361709" sldId="260"/>
            <ac:spMk id="28" creationId="{32A30824-E694-4C38-9020-50355D801649}"/>
          </ac:spMkLst>
        </pc:spChg>
        <pc:picChg chg="del">
          <ac:chgData name="Luan Lordello" userId="1b7258a394751987" providerId="LiveId" clId="{3778217C-A6FC-4147-9AAA-77B6591F9A8D}" dt="2021-11-14T02:05:47.965" v="20" actId="478"/>
          <ac:picMkLst>
            <pc:docMk/>
            <pc:sldMk cId="2720361709" sldId="260"/>
            <ac:picMk id="11" creationId="{011BDE68-0A80-4D82-92C3-76544DD8F079}"/>
          </ac:picMkLst>
        </pc:picChg>
        <pc:picChg chg="del">
          <ac:chgData name="Luan Lordello" userId="1b7258a394751987" providerId="LiveId" clId="{3778217C-A6FC-4147-9AAA-77B6591F9A8D}" dt="2021-11-14T02:05:48.571" v="21" actId="478"/>
          <ac:picMkLst>
            <pc:docMk/>
            <pc:sldMk cId="2720361709" sldId="260"/>
            <ac:picMk id="16" creationId="{740533F4-86F2-4B1E-96A3-2FA4F436D3A6}"/>
          </ac:picMkLst>
        </pc:picChg>
        <pc:picChg chg="del">
          <ac:chgData name="Luan Lordello" userId="1b7258a394751987" providerId="LiveId" clId="{3778217C-A6FC-4147-9AAA-77B6591F9A8D}" dt="2021-11-14T02:05:49.211" v="22" actId="478"/>
          <ac:picMkLst>
            <pc:docMk/>
            <pc:sldMk cId="2720361709" sldId="260"/>
            <ac:picMk id="18" creationId="{18BC2A5A-7F05-4444-8281-26D531194187}"/>
          </ac:picMkLst>
        </pc:picChg>
        <pc:picChg chg="del">
          <ac:chgData name="Luan Lordello" userId="1b7258a394751987" providerId="LiveId" clId="{3778217C-A6FC-4147-9AAA-77B6591F9A8D}" dt="2021-11-14T02:05:50.691" v="25" actId="478"/>
          <ac:picMkLst>
            <pc:docMk/>
            <pc:sldMk cId="2720361709" sldId="260"/>
            <ac:picMk id="20" creationId="{5AFBBF42-7056-4477-896E-1E8073CB4729}"/>
          </ac:picMkLst>
        </pc:picChg>
        <pc:picChg chg="del">
          <ac:chgData name="Luan Lordello" userId="1b7258a394751987" providerId="LiveId" clId="{3778217C-A6FC-4147-9AAA-77B6591F9A8D}" dt="2021-11-14T02:05:49.690" v="23" actId="478"/>
          <ac:picMkLst>
            <pc:docMk/>
            <pc:sldMk cId="2720361709" sldId="260"/>
            <ac:picMk id="22" creationId="{AF3616EE-41A1-44FC-B25A-038F0C3213D4}"/>
          </ac:picMkLst>
        </pc:picChg>
        <pc:picChg chg="add del mod ord modCrop">
          <ac:chgData name="Luan Lordello" userId="1b7258a394751987" providerId="LiveId" clId="{3778217C-A6FC-4147-9AAA-77B6591F9A8D}" dt="2021-11-14T02:07:22.202" v="27" actId="478"/>
          <ac:picMkLst>
            <pc:docMk/>
            <pc:sldMk cId="2720361709" sldId="260"/>
            <ac:picMk id="23" creationId="{97466275-65C4-4BE8-A137-D25E958BF77C}"/>
          </ac:picMkLst>
        </pc:picChg>
        <pc:picChg chg="del">
          <ac:chgData name="Luan Lordello" userId="1b7258a394751987" providerId="LiveId" clId="{3778217C-A6FC-4147-9AAA-77B6591F9A8D}" dt="2021-11-14T02:05:50.261" v="24" actId="478"/>
          <ac:picMkLst>
            <pc:docMk/>
            <pc:sldMk cId="2720361709" sldId="260"/>
            <ac:picMk id="24" creationId="{2708FFA5-E81C-4FD0-970D-C71D36C8D365}"/>
          </ac:picMkLst>
        </pc:picChg>
        <pc:picChg chg="add mod">
          <ac:chgData name="Luan Lordello" userId="1b7258a394751987" providerId="LiveId" clId="{3778217C-A6FC-4147-9AAA-77B6591F9A8D}" dt="2021-11-14T02:11:32.971" v="66" actId="1076"/>
          <ac:picMkLst>
            <pc:docMk/>
            <pc:sldMk cId="2720361709" sldId="260"/>
            <ac:picMk id="29" creationId="{218E504C-2142-48E4-AB45-C2F3A88BC2FC}"/>
          </ac:picMkLst>
        </pc:picChg>
      </pc:sldChg>
      <pc:sldChg chg="modSp mod">
        <pc:chgData name="Luan Lordello" userId="1b7258a394751987" providerId="LiveId" clId="{3778217C-A6FC-4147-9AAA-77B6591F9A8D}" dt="2021-11-14T02:02:03.155" v="18" actId="14100"/>
        <pc:sldMkLst>
          <pc:docMk/>
          <pc:sldMk cId="3516891798" sldId="2456"/>
        </pc:sldMkLst>
        <pc:spChg chg="mod">
          <ac:chgData name="Luan Lordello" userId="1b7258a394751987" providerId="LiveId" clId="{3778217C-A6FC-4147-9AAA-77B6591F9A8D}" dt="2021-11-14T02:01:58.717" v="17" actId="122"/>
          <ac:spMkLst>
            <pc:docMk/>
            <pc:sldMk cId="3516891798" sldId="2456"/>
            <ac:spMk id="2" creationId="{12CC3376-5069-4C7B-BE6B-A3776D1B47BA}"/>
          </ac:spMkLst>
        </pc:spChg>
        <pc:spChg chg="mod">
          <ac:chgData name="Luan Lordello" userId="1b7258a394751987" providerId="LiveId" clId="{3778217C-A6FC-4147-9AAA-77B6591F9A8D}" dt="2021-11-14T02:02:03.155" v="18" actId="14100"/>
          <ac:spMkLst>
            <pc:docMk/>
            <pc:sldMk cId="3516891798" sldId="2456"/>
            <ac:spMk id="14" creationId="{79248A72-A597-48DF-A270-3389F5D209C0}"/>
          </ac:spMkLst>
        </pc:spChg>
      </pc:sldChg>
      <pc:sldChg chg="del">
        <pc:chgData name="Luan Lordello" userId="1b7258a394751987" providerId="LiveId" clId="{3778217C-A6FC-4147-9AAA-77B6591F9A8D}" dt="2021-11-14T02:02:20.978" v="19" actId="2696"/>
        <pc:sldMkLst>
          <pc:docMk/>
          <pc:sldMk cId="3321825364" sldId="2463"/>
        </pc:sldMkLst>
      </pc:sldChg>
      <pc:sldChg chg="del">
        <pc:chgData name="Luan Lordello" userId="1b7258a394751987" providerId="LiveId" clId="{3778217C-A6FC-4147-9AAA-77B6591F9A8D}" dt="2021-11-14T02:02:20.978" v="19" actId="2696"/>
        <pc:sldMkLst>
          <pc:docMk/>
          <pc:sldMk cId="1148266612" sldId="2466"/>
        </pc:sldMkLst>
      </pc:sldChg>
      <pc:sldChg chg="add">
        <pc:chgData name="Luan Lordello" userId="1b7258a394751987" providerId="LiveId" clId="{3778217C-A6FC-4147-9AAA-77B6591F9A8D}" dt="2021-11-14T02:01:21.111" v="0"/>
        <pc:sldMkLst>
          <pc:docMk/>
          <pc:sldMk cId="3475183804" sldId="2468"/>
        </pc:sldMkLst>
      </pc:sldChg>
      <pc:sldChg chg="add">
        <pc:chgData name="Luan Lordello" userId="1b7258a394751987" providerId="LiveId" clId="{3778217C-A6FC-4147-9AAA-77B6591F9A8D}" dt="2021-11-14T02:01:21.111" v="0"/>
        <pc:sldMkLst>
          <pc:docMk/>
          <pc:sldMk cId="2448151886" sldId="2469"/>
        </pc:sldMkLst>
      </pc:sldChg>
      <pc:sldChg chg="add">
        <pc:chgData name="Luan Lordello" userId="1b7258a394751987" providerId="LiveId" clId="{3778217C-A6FC-4147-9AAA-77B6591F9A8D}" dt="2021-11-14T02:01:21.111" v="0"/>
        <pc:sldMkLst>
          <pc:docMk/>
          <pc:sldMk cId="1439680934" sldId="2470"/>
        </pc:sldMkLst>
      </pc:sldChg>
      <pc:sldChg chg="add">
        <pc:chgData name="Luan Lordello" userId="1b7258a394751987" providerId="LiveId" clId="{3778217C-A6FC-4147-9AAA-77B6591F9A8D}" dt="2021-11-14T02:01:21.111" v="0"/>
        <pc:sldMkLst>
          <pc:docMk/>
          <pc:sldMk cId="655175912" sldId="2471"/>
        </pc:sldMkLst>
      </pc:sldChg>
      <pc:sldChg chg="add">
        <pc:chgData name="Luan Lordello" userId="1b7258a394751987" providerId="LiveId" clId="{3778217C-A6FC-4147-9AAA-77B6591F9A8D}" dt="2021-11-14T02:01:21.111" v="0"/>
        <pc:sldMkLst>
          <pc:docMk/>
          <pc:sldMk cId="2555263538" sldId="2472"/>
        </pc:sldMkLst>
      </pc:sldChg>
      <pc:sldChg chg="add">
        <pc:chgData name="Luan Lordello" userId="1b7258a394751987" providerId="LiveId" clId="{3778217C-A6FC-4147-9AAA-77B6591F9A8D}" dt="2021-11-14T02:01:21.111" v="0"/>
        <pc:sldMkLst>
          <pc:docMk/>
          <pc:sldMk cId="2709152846" sldId="2473"/>
        </pc:sldMkLst>
      </pc:sldChg>
      <pc:sldChg chg="add">
        <pc:chgData name="Luan Lordello" userId="1b7258a394751987" providerId="LiveId" clId="{3778217C-A6FC-4147-9AAA-77B6591F9A8D}" dt="2021-11-14T02:01:21.111" v="0"/>
        <pc:sldMkLst>
          <pc:docMk/>
          <pc:sldMk cId="1198511027" sldId="2474"/>
        </pc:sldMkLst>
      </pc:sldChg>
      <pc:sldChg chg="add">
        <pc:chgData name="Luan Lordello" userId="1b7258a394751987" providerId="LiveId" clId="{3778217C-A6FC-4147-9AAA-77B6591F9A8D}" dt="2021-11-14T02:01:21.111" v="0"/>
        <pc:sldMkLst>
          <pc:docMk/>
          <pc:sldMk cId="205634860" sldId="2475"/>
        </pc:sldMkLst>
      </pc:sldChg>
      <pc:sldChg chg="add">
        <pc:chgData name="Luan Lordello" userId="1b7258a394751987" providerId="LiveId" clId="{3778217C-A6FC-4147-9AAA-77B6591F9A8D}" dt="2021-11-14T02:01:21.111" v="0"/>
        <pc:sldMkLst>
          <pc:docMk/>
          <pc:sldMk cId="5244857" sldId="247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9A92963-46C9-4D7F-94D4-6D8B84D8B476}" type="datetime1">
              <a:rPr lang="pt-BR" smtClean="0"/>
              <a:t>13/11/2021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65AE8BC-2AB3-9E4C-9797-2A6F8A74C7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156EE7-DE70-404B-BA35-609A1B771FE1}" type="datetime1">
              <a:rPr lang="pt-BR" smtClean="0"/>
              <a:pPr/>
              <a:t>13/11/2021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28B34ED-4CDD-41C9-90F7-D768D5559A6F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6574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2508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00104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29491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07552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82205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18950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54061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07552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3395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29491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40551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64585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21514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8029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15600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01928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29491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58379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5261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922140"/>
            <a:ext cx="5167313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pPr rtl="0"/>
            <a:r>
              <a:rPr lang="pt-BR" spc="300" noProof="0"/>
              <a:t>ANÁLISE ANUAL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 rtlCol="0"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pPr rtl="0"/>
            <a:r>
              <a:rPr lang="pt-BR" noProof="0"/>
              <a:t>Clique para editar os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rtlCol="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pPr rtl="0"/>
            <a:r>
              <a:rPr lang="pt-BR" noProof="0"/>
              <a:t>Título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Adicionar um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pt-BR" noProof="0" smtClean="0"/>
              <a:t>‹nº›</a:t>
            </a:fld>
            <a:endParaRPr lang="pt-BR" noProof="0"/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 rtlCol="0"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ço Reservado para Texto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 rtl="0"/>
            <a:r>
              <a:rPr lang="pt-BR" noProof="0"/>
              <a:t>CLIQUE PARA EDITAR OS ESTILOS DE TEXTO MESTRE</a:t>
            </a:r>
          </a:p>
        </p:txBody>
      </p:sp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1" name="Espaço Reservado para o Número do Slide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pt-BR" noProof="0" smtClean="0"/>
              <a:t>‹nº›</a:t>
            </a:fld>
            <a:endParaRPr lang="pt-BR" noProof="0"/>
          </a:p>
        </p:txBody>
      </p:sp>
      <p:sp>
        <p:nvSpPr>
          <p:cNvPr id="16" name="Espaço Reservado para Conteúdo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 rtlCol="0">
            <a:noAutofit/>
          </a:bodyPr>
          <a:lstStyle>
            <a:lvl1pPr>
              <a:defRPr/>
            </a:lvl1pPr>
          </a:lstStyle>
          <a:p>
            <a:pPr marL="0" indent="0" rtl="0">
              <a:lnSpc>
                <a:spcPct val="100000"/>
              </a:lnSpc>
              <a:buNone/>
            </a:pPr>
            <a:r>
              <a:rPr lang="pt-BR" sz="1600" noProof="0">
                <a:cs typeface="Biome Light" panose="020B0303030204020804" pitchFamily="34" charset="0"/>
              </a:rPr>
              <a:t>Clique para editar o estilo do texto mestre.</a:t>
            </a:r>
          </a:p>
          <a:p>
            <a:pPr marL="0" indent="0" rtl="0">
              <a:buNone/>
            </a:pPr>
            <a:endParaRPr lang="pt-BR" noProof="0"/>
          </a:p>
        </p:txBody>
      </p:sp>
      <p:sp>
        <p:nvSpPr>
          <p:cNvPr id="17" name="Espaço Reservado para o Número do Slide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8C2E478F-E849-4A8C-AF1F-CBCC78A7CBFA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12037"/>
            <a:ext cx="5897218" cy="884238"/>
          </a:xfrm>
        </p:spPr>
        <p:txBody>
          <a:bodyPr lIns="91440" rIns="91440" rtlCol="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bra de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rtlCol="0" anchor="b"/>
          <a:lstStyle>
            <a:lvl1pPr algn="l">
              <a:defRPr sz="6000" spc="300"/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Adicionar um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qui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 rtlCol="0">
            <a:noAutofit/>
          </a:bodyPr>
          <a:lstStyle>
            <a:lvl1pPr algn="l">
              <a:defRPr sz="3200" spc="300"/>
            </a:lvl1pPr>
          </a:lstStyle>
          <a:p>
            <a:pPr rtl="0"/>
            <a:r>
              <a:rPr lang="pt-BR" noProof="0"/>
              <a:t>TÍTULO DO SLIDE AQUI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92279" y="1263841"/>
            <a:ext cx="4018722" cy="4636392"/>
          </a:xfrm>
        </p:spPr>
        <p:txBody>
          <a:bodyPr lIns="0" rIns="0" rtlCol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9" name="Espaço Reservado para o Número do Slide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pt-BR" noProof="0" smtClean="0"/>
              <a:t>‹nº›</a:t>
            </a:fld>
            <a:endParaRPr lang="pt-BR" noProof="0"/>
          </a:p>
        </p:txBody>
      </p:sp>
      <p:sp>
        <p:nvSpPr>
          <p:cNvPr id="5" name="Espaço Reservado para Imagem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9" name="Espaço Reservado para Imagem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0" name="Espaço Reservado para Imagem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1" name="Espaço Reservado para Imagem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2" name="Espaço Reservado para Imagem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3" name="Espaço Reservado para Imagem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 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519" y="767791"/>
            <a:ext cx="11002962" cy="823913"/>
          </a:xfrm>
        </p:spPr>
        <p:txBody>
          <a:bodyPr rtlCol="0">
            <a:noAutofit/>
          </a:bodyPr>
          <a:lstStyle>
            <a:lvl1pPr>
              <a:defRPr sz="4800" spc="30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pt-BR" noProof="0"/>
              <a:t>Adicionar um rodapé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 rtlCol="0"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na do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ítulo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519" y="1"/>
            <a:ext cx="11002962" cy="1623218"/>
          </a:xfrm>
        </p:spPr>
        <p:txBody>
          <a:bodyPr rtlCol="0" anchor="ctr">
            <a:noAutofit/>
          </a:bodyPr>
          <a:lstStyle/>
          <a:p>
            <a:pPr algn="ctr" rtl="0"/>
            <a:r>
              <a:rPr lang="pt-BR" sz="4800" noProof="0"/>
              <a:t>Clique para editar o estilo de título Mestre</a:t>
            </a:r>
          </a:p>
        </p:txBody>
      </p:sp>
      <p:sp>
        <p:nvSpPr>
          <p:cNvPr id="19" name="Espaço Reservado para Imagem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 rtlCol="0">
            <a:noAutofit/>
          </a:bodyPr>
          <a:lstStyle/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8" name="Espaço Reservado para Imagem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 rtlCol="0">
            <a:noAutofit/>
          </a:bodyPr>
          <a:lstStyle/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0" name="Espaço reservado para texto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9107" y="3864355"/>
            <a:ext cx="5157787" cy="494506"/>
          </a:xfrm>
        </p:spPr>
        <p:txBody>
          <a:bodyPr rtlCol="0">
            <a:noAutofit/>
          </a:bodyPr>
          <a:lstStyle>
            <a:lvl1pPr marL="0" indent="0">
              <a:buNone/>
              <a:defRPr sz="2400"/>
            </a:lvl1pPr>
          </a:lstStyle>
          <a:p>
            <a:pPr lvl="0" rtl="0"/>
            <a:r>
              <a:rPr lang="pt-BR" spc="300" noProof="0">
                <a:solidFill>
                  <a:schemeClr val="tx1"/>
                </a:solidFill>
              </a:rPr>
              <a:t>Clique para editar o texto Mestre</a:t>
            </a:r>
          </a:p>
        </p:txBody>
      </p:sp>
      <p:sp>
        <p:nvSpPr>
          <p:cNvPr id="11" name="Espaço reservado para conteúdo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69107" y="4531139"/>
            <a:ext cx="5157787" cy="2039144"/>
          </a:xfrm>
        </p:spPr>
        <p:txBody>
          <a:bodyPr rtlCol="0">
            <a:noAutofit/>
          </a:bodyPr>
          <a:lstStyle/>
          <a:p>
            <a:pPr lvl="0" rt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t-BR" sz="1400" noProof="0">
                <a:solidFill>
                  <a:schemeClr val="tx1"/>
                </a:solidFill>
              </a:rPr>
              <a:t>Clique para editar o texto Mestre</a:t>
            </a:r>
          </a:p>
        </p:txBody>
      </p:sp>
      <p:sp>
        <p:nvSpPr>
          <p:cNvPr id="12" name="Espaço Reservado para Texto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565107" y="3864355"/>
            <a:ext cx="5183188" cy="494506"/>
          </a:xfrm>
        </p:spPr>
        <p:txBody>
          <a:bodyPr rtlCol="0">
            <a:noAutofit/>
          </a:bodyPr>
          <a:lstStyle>
            <a:lvl1pPr marL="0" indent="0">
              <a:buNone/>
              <a:defRPr sz="2400"/>
            </a:lvl1pPr>
          </a:lstStyle>
          <a:p>
            <a:pPr lvl="0" rtl="0"/>
            <a:r>
              <a:rPr lang="pt-BR" spc="300" noProof="0">
                <a:solidFill>
                  <a:schemeClr val="tx1"/>
                </a:solidFill>
              </a:rPr>
              <a:t>Clique para editar o texto Mestre</a:t>
            </a:r>
          </a:p>
        </p:txBody>
      </p:sp>
      <p:sp>
        <p:nvSpPr>
          <p:cNvPr id="14" name="Espaço Reservado para Conteúdo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565107" y="4531139"/>
            <a:ext cx="5183188" cy="2039144"/>
          </a:xfrm>
        </p:spPr>
        <p:txBody>
          <a:bodyPr rtlCol="0">
            <a:noAutofit/>
          </a:bodyPr>
          <a:lstStyle/>
          <a:p>
            <a:pPr lvl="0" rt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t-BR" sz="1400" noProof="0">
                <a:solidFill>
                  <a:schemeClr val="tx1"/>
                </a:solidFill>
              </a:rPr>
              <a:t>Clique para editar o texto Mestre</a:t>
            </a:r>
          </a:p>
        </p:txBody>
      </p:sp>
      <p:sp>
        <p:nvSpPr>
          <p:cNvPr id="20" name="Espaço Reservado para o Número do Slide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 rtlCol="0">
            <a:noAutofit/>
          </a:bodyPr>
          <a:lstStyle/>
          <a:p>
            <a:pPr rtl="0"/>
            <a:fld id="{8C2E478F-E849-4A8C-AF1F-CBCC78A7CBFA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na do Conteúd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ítulo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519" y="1"/>
            <a:ext cx="11002962" cy="1623218"/>
          </a:xfrm>
        </p:spPr>
        <p:txBody>
          <a:bodyPr rtlCol="0" anchor="ctr">
            <a:noAutofit/>
          </a:bodyPr>
          <a:lstStyle/>
          <a:p>
            <a:pPr algn="ctr" rtl="0"/>
            <a:r>
              <a:rPr lang="pt-BR" sz="4800" noProof="0"/>
              <a:t>Clique para editar o estilo de título Mestre</a:t>
            </a:r>
          </a:p>
        </p:txBody>
      </p:sp>
      <p:sp>
        <p:nvSpPr>
          <p:cNvPr id="28" name="Espaço Reservado para Texto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 rtlCol="0"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 rtl="0"/>
            <a:r>
              <a:rPr lang="pt-BR" noProof="0" dirty="0"/>
              <a:t>CLIQUE PARA EDITAR OS ESTILOS DE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24" name="Espaço Reservado para Imagem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 rtlCol="0">
            <a:noAutofit/>
          </a:bodyPr>
          <a:lstStyle/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25" name="Espaço Reservado para Imagem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 rtlCol="0">
            <a:noAutofit/>
          </a:bodyPr>
          <a:lstStyle/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26" name="Espaço Reservado para Imagem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 rtlCol="0">
            <a:noAutofit/>
          </a:bodyPr>
          <a:lstStyle/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29" name="Espaço Reservado para Texto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 rtlCol="0"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 rtl="0"/>
            <a:r>
              <a:rPr lang="pt-BR" noProof="0"/>
              <a:t>CLIQUE PARA EDITAR OS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30" name="Espaço Reservado para Texto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 rtlCol="0"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 rtl="0"/>
            <a:r>
              <a:rPr lang="pt-BR" noProof="0"/>
              <a:t>CLIQUE PARA EDITAR OS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31" name="Espaço reservado para o número do slide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 rtlCol="0">
            <a:noAutofit/>
          </a:bodyPr>
          <a:lstStyle/>
          <a:p>
            <a:pPr rtl="0"/>
            <a:fld id="{8C2E478F-E849-4A8C-AF1F-CBCC78A7CBFA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1" name="Espaço Reservado para o Número do Slide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pt-BR" noProof="0" smtClean="0"/>
              <a:t>‹nº›</a:t>
            </a:fld>
            <a:endParaRPr lang="pt-BR" noProof="0"/>
          </a:p>
        </p:txBody>
      </p:sp>
      <p:sp>
        <p:nvSpPr>
          <p:cNvPr id="16" name="Espaço Reservado para Conteúdo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 rtlCol="0">
            <a:noAutofit/>
          </a:bodyPr>
          <a:lstStyle>
            <a:lvl1pPr>
              <a:defRPr/>
            </a:lvl1pPr>
          </a:lstStyle>
          <a:p>
            <a:pPr marL="0" indent="0" rtl="0">
              <a:lnSpc>
                <a:spcPct val="100000"/>
              </a:lnSpc>
              <a:buNone/>
            </a:pPr>
            <a:r>
              <a:rPr lang="pt-BR" sz="1600" noProof="0">
                <a:cs typeface="Biome Light" panose="020B0303030204020804" pitchFamily="34" charset="0"/>
              </a:rPr>
              <a:t>Clique para editar o estilo do texto mestre.</a:t>
            </a:r>
          </a:p>
          <a:p>
            <a:pPr marL="0" indent="0" rtl="0">
              <a:buNone/>
            </a:pPr>
            <a:endParaRPr lang="pt-BR" noProof="0"/>
          </a:p>
        </p:txBody>
      </p:sp>
      <p:sp>
        <p:nvSpPr>
          <p:cNvPr id="17" name="Espaço Reservado para o Número do Slide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8C2E478F-E849-4A8C-AF1F-CBCC78A7CBFA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12037"/>
            <a:ext cx="5897218" cy="884238"/>
          </a:xfrm>
        </p:spPr>
        <p:txBody>
          <a:bodyPr lIns="91440" rIns="91440" rtlCol="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chamen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 hasCustomPrompt="1"/>
          </p:nvPr>
        </p:nvSpPr>
        <p:spPr>
          <a:xfrm>
            <a:off x="702365" y="1660810"/>
            <a:ext cx="10787270" cy="830649"/>
          </a:xfrm>
        </p:spPr>
        <p:txBody>
          <a:bodyPr rtlCol="0">
            <a:noAutofit/>
          </a:bodyPr>
          <a:lstStyle/>
          <a:p>
            <a:pPr rtl="0"/>
            <a:r>
              <a:rPr lang="pt-BR" sz="4000" spc="300" noProof="0"/>
              <a:t>Clique para editar o estilo de título Mestre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1" name="Espaço Reservado para Texto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32" name="Espaço Reservado para Texto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63664" y="3893330"/>
            <a:ext cx="3064668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33" name="Espaço Reservado para Texto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9138" y="3903126"/>
            <a:ext cx="3064668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34" name="Espaço Reservado para Imagem Online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pt-BR" noProof="0"/>
              <a:t>Ícone</a:t>
            </a:r>
          </a:p>
        </p:txBody>
      </p:sp>
      <p:sp>
        <p:nvSpPr>
          <p:cNvPr id="35" name="Espaço Reservado para Imagem Online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pt-BR" noProof="0"/>
              <a:t>Ícone</a:t>
            </a:r>
          </a:p>
        </p:txBody>
      </p:sp>
      <p:sp>
        <p:nvSpPr>
          <p:cNvPr id="36" name="Espaço Reservado para Imagem Online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pt-BR" noProof="0"/>
              <a:t>Ícone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Adicionar um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microsoft.com/office/2007/relationships/hdphoto" Target="../media/hdphoto3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microsoft.com/office/2007/relationships/hdphoto" Target="../media/hdphoto4.wdp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7.wdp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6" Type="http://schemas.microsoft.com/office/2007/relationships/hdphoto" Target="../media/hdphoto6.wdp"/><Relationship Id="rId5" Type="http://schemas.openxmlformats.org/officeDocument/2006/relationships/image" Target="../media/image7.png"/><Relationship Id="rId4" Type="http://schemas.microsoft.com/office/2007/relationships/hdphoto" Target="../media/hdphoto5.wdp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microsoft.com/office/2007/relationships/hdphoto" Target="../media/hdphoto4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microsoft.com/office/2007/relationships/hdphoto" Target="../media/hdphoto8.wdp"/><Relationship Id="rId5" Type="http://schemas.openxmlformats.org/officeDocument/2006/relationships/image" Target="../media/image9.png"/><Relationship Id="rId4" Type="http://schemas.microsoft.com/office/2007/relationships/hdphoto" Target="../media/hdphoto3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microsoft.com/office/2007/relationships/hdphoto" Target="../media/hdphoto4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png"/><Relationship Id="rId5" Type="http://schemas.openxmlformats.org/officeDocument/2006/relationships/hyperlink" Target="https://developers.facebook.com/docs/graph-api/reference/event/?locale=pt_BR" TargetMode="External"/><Relationship Id="rId4" Type="http://schemas.microsoft.com/office/2007/relationships/hdphoto" Target="../media/hdphoto9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6.png"/><Relationship Id="rId4" Type="http://schemas.microsoft.com/office/2007/relationships/hdphoto" Target="../media/hdphoto9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4" Type="http://schemas.microsoft.com/office/2007/relationships/hdphoto" Target="../media/hdphoto9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Relationship Id="rId4" Type="http://schemas.microsoft.com/office/2007/relationships/hdphoto" Target="../media/hdphoto9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microsoft.com/office/2007/relationships/hdphoto" Target="../media/hdphoto4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ço Reservado para Imagem 7" descr="imagem abstrata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alphaModFix amt="52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ítulo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pt-BR" b="1" i="0" dirty="0">
                <a:solidFill>
                  <a:srgbClr val="C9D1D9"/>
                </a:solidFill>
                <a:effectLst/>
                <a:latin typeface="-apple-system"/>
              </a:rPr>
              <a:t>Equipe - Parque </a:t>
            </a:r>
            <a:r>
              <a:rPr lang="pt-BR" b="1" i="0" dirty="0" err="1">
                <a:solidFill>
                  <a:srgbClr val="C9D1D9"/>
                </a:solidFill>
                <a:effectLst/>
                <a:latin typeface="-apple-system"/>
              </a:rPr>
              <a:t>Spitzkopf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rtlCol="0"/>
          <a:lstStyle/>
          <a:p>
            <a:pPr rtl="0"/>
            <a:r>
              <a:rPr lang="pt-BR" dirty="0"/>
              <a:t>16.11.21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5D865526-EC39-4780-A2A8-274A80A5C1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pt-BR" b="0" i="0" dirty="0" err="1">
                <a:solidFill>
                  <a:srgbClr val="C9D1D9"/>
                </a:solidFill>
                <a:effectLst/>
                <a:latin typeface="-apple-system"/>
              </a:rPr>
              <a:t>Block</a:t>
            </a:r>
            <a:r>
              <a:rPr lang="pt-BR" b="0" i="0" dirty="0">
                <a:solidFill>
                  <a:srgbClr val="C9D1D9"/>
                </a:solidFill>
                <a:effectLst/>
                <a:latin typeface="-apple-system"/>
              </a:rPr>
              <a:t> Covid-19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27832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Agenda</a:t>
            </a:r>
          </a:p>
        </p:txBody>
      </p:sp>
      <p:pic>
        <p:nvPicPr>
          <p:cNvPr id="8" name="Espaço Reservado para Imagem 7" descr="grupo de pessoas em uma mesa de conferência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/>
      </p:pic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20" y="2078875"/>
            <a:ext cx="4114800" cy="2700252"/>
          </a:xfrm>
        </p:spPr>
        <p:txBody>
          <a:bodyPr rtlCol="0"/>
          <a:lstStyle/>
          <a:p>
            <a:pPr rtl="0"/>
            <a:r>
              <a:rPr lang="pt-BR" dirty="0"/>
              <a:t>INTRODUÇÃO DA EQUIPE</a:t>
            </a:r>
          </a:p>
          <a:p>
            <a:pPr rtl="0"/>
            <a:r>
              <a:rPr lang="pt-BR" dirty="0"/>
              <a:t>APRESENTAÇÃO PROJETO</a:t>
            </a:r>
          </a:p>
          <a:p>
            <a:pPr rtl="0"/>
            <a:r>
              <a:rPr lang="pt-BR" dirty="0"/>
              <a:t>FUNCIONALIDADES</a:t>
            </a:r>
          </a:p>
          <a:p>
            <a:pPr rtl="0"/>
            <a:r>
              <a:rPr lang="pt-BR" dirty="0"/>
              <a:t>DÚVIDAS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pt-BR" smtClean="0"/>
              <a:pPr rtl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>
            <a:extLst>
              <a:ext uri="{FF2B5EF4-FFF2-40B4-BE49-F238E27FC236}">
                <a16:creationId xmlns:a16="http://schemas.microsoft.com/office/drawing/2014/main" id="{50AEA731-C7D0-4A0E-B871-4F369D8BE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6639" y="171942"/>
            <a:ext cx="4018722" cy="573989"/>
          </a:xfrm>
        </p:spPr>
        <p:txBody>
          <a:bodyPr rtlCol="0"/>
          <a:lstStyle/>
          <a:p>
            <a:pPr rtl="0"/>
            <a:r>
              <a:rPr lang="pt-BR" dirty="0"/>
              <a:t>Conheça a equipe</a:t>
            </a:r>
          </a:p>
        </p:txBody>
      </p:sp>
      <p:sp>
        <p:nvSpPr>
          <p:cNvPr id="13" name="Espaço Reservado para Conteúdo 12">
            <a:extLst>
              <a:ext uri="{FF2B5EF4-FFF2-40B4-BE49-F238E27FC236}">
                <a16:creationId xmlns:a16="http://schemas.microsoft.com/office/drawing/2014/main" id="{A4E49AC7-7A73-4B51-BDF6-EABA3162F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0267" y="1468192"/>
            <a:ext cx="4018722" cy="4639164"/>
          </a:xfrm>
        </p:spPr>
        <p:txBody>
          <a:bodyPr rtlCol="0">
            <a:normAutofit/>
          </a:bodyPr>
          <a:lstStyle/>
          <a:p>
            <a:pPr marL="342900" indent="-342900" rtl="0">
              <a:buFont typeface="+mj-lt"/>
              <a:buAutoNum type="arabicPeriod"/>
            </a:pPr>
            <a:r>
              <a:rPr lang="pt-BR" sz="1800" spc="300" dirty="0" err="1"/>
              <a:t>Benlove</a:t>
            </a:r>
            <a:r>
              <a:rPr lang="pt-BR" sz="1800" spc="300" dirty="0"/>
              <a:t> </a:t>
            </a:r>
            <a:r>
              <a:rPr lang="pt-BR" sz="1800" spc="300" dirty="0" err="1"/>
              <a:t>Anelus</a:t>
            </a:r>
            <a:endParaRPr lang="pt-BR" sz="1800" spc="300" dirty="0"/>
          </a:p>
          <a:p>
            <a:pPr marL="342900" indent="-342900" rtl="0">
              <a:buFont typeface="+mj-lt"/>
              <a:buAutoNum type="arabicPeriod"/>
            </a:pPr>
            <a:r>
              <a:rPr lang="pt-BR" sz="1800" spc="300" dirty="0"/>
              <a:t>Luan Lordello </a:t>
            </a:r>
          </a:p>
          <a:p>
            <a:pPr marL="342900" indent="-342900" rtl="0">
              <a:buFont typeface="+mj-lt"/>
              <a:buAutoNum type="arabicPeriod"/>
            </a:pPr>
            <a:r>
              <a:rPr lang="pt-BR" sz="1800" spc="300" dirty="0"/>
              <a:t>Eliane Henrique </a:t>
            </a:r>
            <a:r>
              <a:rPr lang="pt-BR" sz="1800" spc="300" dirty="0" err="1"/>
              <a:t>Oliota</a:t>
            </a:r>
            <a:endParaRPr lang="pt-BR" sz="1800" spc="300" dirty="0"/>
          </a:p>
          <a:p>
            <a:pPr marL="342900" indent="-342900" rtl="0">
              <a:buFont typeface="+mj-lt"/>
              <a:buAutoNum type="arabicPeriod"/>
            </a:pPr>
            <a:r>
              <a:rPr lang="pt-BR" sz="1800" spc="300" dirty="0"/>
              <a:t>Lucas Panini Valcanaia</a:t>
            </a:r>
          </a:p>
          <a:p>
            <a:pPr marL="342900" indent="-342900" rtl="0">
              <a:buFont typeface="+mj-lt"/>
              <a:buAutoNum type="arabicPeriod"/>
            </a:pPr>
            <a:r>
              <a:rPr lang="pt-BR" sz="1800" spc="300" dirty="0"/>
              <a:t>Douglas Lima da Luz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929F2A82-A1C3-4571-9ED3-A0EC079893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pt-BR" smtClean="0"/>
              <a:t>3</a:t>
            </a:fld>
            <a:endParaRPr lang="pt-BR"/>
          </a:p>
        </p:txBody>
      </p:sp>
      <p:sp>
        <p:nvSpPr>
          <p:cNvPr id="28" name="Espaço Reservado para Conteúdo 12">
            <a:extLst>
              <a:ext uri="{FF2B5EF4-FFF2-40B4-BE49-F238E27FC236}">
                <a16:creationId xmlns:a16="http://schemas.microsoft.com/office/drawing/2014/main" id="{32A30824-E694-4C38-9020-50355D801649}"/>
              </a:ext>
            </a:extLst>
          </p:cNvPr>
          <p:cNvSpPr txBox="1">
            <a:spLocks/>
          </p:cNvSpPr>
          <p:nvPr/>
        </p:nvSpPr>
        <p:spPr>
          <a:xfrm>
            <a:off x="6653011" y="1468192"/>
            <a:ext cx="4018722" cy="463916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 startAt="5"/>
            </a:pPr>
            <a:r>
              <a:rPr lang="pt-BR" sz="1800" spc="300" dirty="0"/>
              <a:t>André Felipe </a:t>
            </a:r>
            <a:r>
              <a:rPr lang="pt-BR" sz="1800" spc="300" dirty="0" err="1"/>
              <a:t>Schwanz</a:t>
            </a:r>
            <a:endParaRPr lang="pt-BR" sz="1800" spc="300" dirty="0"/>
          </a:p>
          <a:p>
            <a:pPr marL="342900" indent="-342900">
              <a:buFont typeface="+mj-lt"/>
              <a:buAutoNum type="arabicPeriod" startAt="5"/>
            </a:pPr>
            <a:r>
              <a:rPr lang="pt-BR" sz="1800" spc="300" dirty="0"/>
              <a:t>Paula Adriana da Costa</a:t>
            </a:r>
          </a:p>
          <a:p>
            <a:pPr marL="342900" indent="-342900">
              <a:buFont typeface="+mj-lt"/>
              <a:buAutoNum type="arabicPeriod" startAt="5"/>
            </a:pPr>
            <a:r>
              <a:rPr lang="pt-BR" sz="1800" spc="300" dirty="0"/>
              <a:t>Yuri </a:t>
            </a:r>
            <a:r>
              <a:rPr lang="pt-BR" sz="1800" spc="300" dirty="0" err="1"/>
              <a:t>Koller</a:t>
            </a:r>
            <a:r>
              <a:rPr lang="pt-BR" sz="1800" spc="300" dirty="0"/>
              <a:t> Borba</a:t>
            </a:r>
          </a:p>
          <a:p>
            <a:pPr marL="342900" indent="-342900">
              <a:buFont typeface="+mj-lt"/>
              <a:buAutoNum type="arabicPeriod" startAt="5"/>
            </a:pPr>
            <a:r>
              <a:rPr lang="pt-BR" sz="1800" spc="300" dirty="0"/>
              <a:t>Maria Eduarda </a:t>
            </a:r>
            <a:r>
              <a:rPr lang="pt-BR" sz="1800" spc="300" dirty="0" err="1"/>
              <a:t>Krutzsch</a:t>
            </a:r>
            <a:endParaRPr lang="pt-BR" sz="1800" spc="300" dirty="0"/>
          </a:p>
          <a:p>
            <a:pPr marL="342900" indent="-342900">
              <a:buFont typeface="+mj-lt"/>
              <a:buAutoNum type="arabicPeriod" startAt="5"/>
            </a:pPr>
            <a:r>
              <a:rPr lang="pt-BR" sz="1800" spc="300" dirty="0"/>
              <a:t>David Christian Machado</a:t>
            </a:r>
          </a:p>
          <a:p>
            <a:pPr marL="342900" indent="-342900">
              <a:buFont typeface="+mj-lt"/>
              <a:buAutoNum type="arabicPeriod" startAt="5"/>
            </a:pPr>
            <a:endParaRPr lang="pt-BR" sz="1800" spc="300" dirty="0"/>
          </a:p>
        </p:txBody>
      </p:sp>
      <p:pic>
        <p:nvPicPr>
          <p:cNvPr id="29" name="Espaço Reservado para Imagem 14" descr="foto profissional do grupo">
            <a:extLst>
              <a:ext uri="{FF2B5EF4-FFF2-40B4-BE49-F238E27FC236}">
                <a16:creationId xmlns:a16="http://schemas.microsoft.com/office/drawing/2014/main" id="{218E504C-2142-48E4-AB45-C2F3A88BC2F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2475" b="22475"/>
          <a:stretch>
            <a:fillRect/>
          </a:stretch>
        </p:blipFill>
        <p:spPr>
          <a:xfrm>
            <a:off x="3057855" y="4456090"/>
            <a:ext cx="6076289" cy="2229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361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Espaço Reservado para Imagem 7" descr="imagem abstrata">
            <a:extLst>
              <a:ext uri="{FF2B5EF4-FFF2-40B4-BE49-F238E27FC236}">
                <a16:creationId xmlns:a16="http://schemas.microsoft.com/office/drawing/2014/main" id="{9647E06B-77D0-412B-A08F-24AE3F889E3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2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9923B3E7-6152-4243-ABFB-F9D34100397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5"/>
          <a:srcRect l="8614" r="8614"/>
          <a:stretch/>
        </p:blipFill>
        <p:spPr>
          <a:xfrm>
            <a:off x="1640806" y="1191313"/>
            <a:ext cx="8910387" cy="5012093"/>
          </a:xfrm>
        </p:spPr>
      </p:pic>
      <p:sp>
        <p:nvSpPr>
          <p:cNvPr id="8" name="Título 7">
            <a:extLst>
              <a:ext uri="{FF2B5EF4-FFF2-40B4-BE49-F238E27FC236}">
                <a16:creationId xmlns:a16="http://schemas.microsoft.com/office/drawing/2014/main" id="{103950CF-5BF2-4FB0-A36C-48C194F39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4308" y="418005"/>
            <a:ext cx="6623384" cy="583718"/>
          </a:xfrm>
        </p:spPr>
        <p:txBody>
          <a:bodyPr rtlCol="0"/>
          <a:lstStyle/>
          <a:p>
            <a:pPr rtl="0"/>
            <a:r>
              <a:rPr lang="pt-BR" sz="2000" dirty="0">
                <a:latin typeface="+mj-lt"/>
              </a:rPr>
              <a:t>INTRODUÇÃO PROJETO </a:t>
            </a:r>
            <a:r>
              <a:rPr lang="pt-BR" sz="2000" b="1" dirty="0" err="1">
                <a:latin typeface="+mj-lt"/>
              </a:rPr>
              <a:t>BlocK</a:t>
            </a:r>
            <a:r>
              <a:rPr lang="pt-BR" sz="2000" b="1" dirty="0">
                <a:latin typeface="+mj-lt"/>
              </a:rPr>
              <a:t> Covid-19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A4BADA18-8F0E-4249-A144-6CB8259BA65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47500" y="6469063"/>
            <a:ext cx="444500" cy="365125"/>
          </a:xfrm>
        </p:spPr>
        <p:txBody>
          <a:bodyPr rtlCol="0"/>
          <a:lstStyle/>
          <a:p>
            <a:pPr rtl="0"/>
            <a:fld id="{8C2E478F-E849-4A8C-AF1F-CBCC78A7CBFA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5373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1D24B42B-925B-494C-A986-BD85E8117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8727" y="1564105"/>
            <a:ext cx="6514490" cy="2636281"/>
          </a:xfrm>
        </p:spPr>
        <p:txBody>
          <a:bodyPr rtlCol="0">
            <a:normAutofit fontScale="90000"/>
          </a:bodyPr>
          <a:lstStyle/>
          <a:p>
            <a:pPr rtl="0"/>
            <a:r>
              <a:rPr lang="pt-BR" dirty="0"/>
              <a:t>Funcionalidades módulo prevenção</a:t>
            </a:r>
          </a:p>
        </p:txBody>
      </p:sp>
      <p:pic>
        <p:nvPicPr>
          <p:cNvPr id="8" name="Espaço Reservado para Imagem 7" descr="detalhe de um código de computador">
            <a:extLst>
              <a:ext uri="{FF2B5EF4-FFF2-40B4-BE49-F238E27FC236}">
                <a16:creationId xmlns:a16="http://schemas.microsoft.com/office/drawing/2014/main" id="{A596BF19-CC58-4709-B5D6-3FC378FDC7B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>
          <a:xfrm>
            <a:off x="-1" y="0"/>
            <a:ext cx="5618747" cy="6867922"/>
          </a:xfrm>
        </p:spPr>
      </p:pic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B156CAF1-214F-4566-9B0D-DACA1063E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36145" y="6264197"/>
            <a:ext cx="3090176" cy="365125"/>
          </a:xfrm>
        </p:spPr>
        <p:txBody>
          <a:bodyPr rtlCol="0"/>
          <a:lstStyle/>
          <a:p>
            <a:pPr rtl="0"/>
            <a:r>
              <a:rPr lang="pt-BR" dirty="0"/>
              <a:t>Vamos Mergulhar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C6A5C12-E784-444E-B868-DE2AE8574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4765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5534194-745D-4888-BF16-6C09F65EA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 anchor="ctr">
            <a:normAutofit/>
          </a:bodyPr>
          <a:lstStyle/>
          <a:p>
            <a:r>
              <a:rPr lang="pt-BR" sz="4800" spc="300" dirty="0"/>
              <a:t>FUNCIONALIDADES DO MÓDULO AQUI</a:t>
            </a:r>
          </a:p>
        </p:txBody>
      </p:sp>
      <p:pic>
        <p:nvPicPr>
          <p:cNvPr id="14" name="Espaço Reservado para Imagem 13" descr="pessoas olhando para plantas em uma parede">
            <a:extLst>
              <a:ext uri="{FF2B5EF4-FFF2-40B4-BE49-F238E27FC236}">
                <a16:creationId xmlns:a16="http://schemas.microsoft.com/office/drawing/2014/main" id="{0FFF32E4-AD91-40FC-9DF7-A3354578229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email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4341" b="4341"/>
          <a:stretch>
            <a:fillRect/>
          </a:stretch>
        </p:blipFill>
        <p:spPr/>
      </p:pic>
      <p:pic>
        <p:nvPicPr>
          <p:cNvPr id="16" name="Espaço Reservado para Imagem 15" descr="anotações auto-adesivas em um quadro de apagamento seco claro">
            <a:extLst>
              <a:ext uri="{FF2B5EF4-FFF2-40B4-BE49-F238E27FC236}">
                <a16:creationId xmlns:a16="http://schemas.microsoft.com/office/drawing/2014/main" id="{50D4325D-C08E-44CB-8E25-A519866BD2D3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5" cstate="email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4341" b="4341"/>
          <a:stretch>
            <a:fillRect/>
          </a:stretch>
        </p:blipFill>
        <p:spPr/>
      </p:pic>
      <p:pic>
        <p:nvPicPr>
          <p:cNvPr id="19" name="Espaço Reservado para Imagem 18" descr="grupo de pessoas em uma mesa de conferência">
            <a:extLst>
              <a:ext uri="{FF2B5EF4-FFF2-40B4-BE49-F238E27FC236}">
                <a16:creationId xmlns:a16="http://schemas.microsoft.com/office/drawing/2014/main" id="{FB89929D-9F1B-48CA-B694-B0344FFC9F6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7" cstate="email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4341" b="4341"/>
          <a:stretch>
            <a:fillRect/>
          </a:stretch>
        </p:blipFill>
        <p:spPr/>
      </p:pic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E4A248D7-680E-4181-9558-ED00D7CEAD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60121" y="3669506"/>
            <a:ext cx="2910130" cy="2566988"/>
          </a:xfrm>
        </p:spPr>
        <p:txBody>
          <a:bodyPr rtlCol="0">
            <a:normAutofit/>
          </a:bodyPr>
          <a:lstStyle/>
          <a:p>
            <a:pPr marL="0" indent="0" rtl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pt-BR" spc="300" dirty="0"/>
              <a:t>EMPRESA </a:t>
            </a:r>
            <a:br>
              <a:rPr lang="pt-BR" spc="300" dirty="0"/>
            </a:br>
            <a:r>
              <a:rPr lang="pt-BR" spc="300" dirty="0"/>
              <a:t>PRIORIDADES:</a:t>
            </a:r>
          </a:p>
          <a:p>
            <a:pPr marL="228600" indent="-228600" rtl="0">
              <a:lnSpc>
                <a:spcPct val="100000"/>
              </a:lnSpc>
              <a:buFont typeface="Wingdings" panose="05000000000000000000" pitchFamily="2" charset="2"/>
              <a:buChar char="§"/>
              <a:defRPr/>
            </a:pPr>
            <a:r>
              <a:rPr lang="pt-BR" sz="1400" spc="0" dirty="0"/>
              <a:t>Aumente a satisfação do cliente em 2%</a:t>
            </a:r>
          </a:p>
          <a:p>
            <a:pPr marL="228600" indent="-228600" rtl="0">
              <a:lnSpc>
                <a:spcPct val="100000"/>
              </a:lnSpc>
              <a:buFont typeface="Wingdings" panose="05000000000000000000" pitchFamily="2" charset="2"/>
              <a:buChar char="§"/>
              <a:defRPr/>
            </a:pPr>
            <a:r>
              <a:rPr lang="pt-BR" sz="1400" spc="0" dirty="0"/>
              <a:t>Mantenha o crescimento</a:t>
            </a:r>
          </a:p>
          <a:p>
            <a:pPr marL="0" indent="0" rtl="0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pt-BR" spc="300" dirty="0"/>
          </a:p>
          <a:p>
            <a:pPr rtl="0"/>
            <a:endParaRPr lang="pt-BR" dirty="0"/>
          </a:p>
        </p:txBody>
      </p:sp>
      <p:sp>
        <p:nvSpPr>
          <p:cNvPr id="12" name="Espaço Reservado para Conteúdo 24">
            <a:extLst>
              <a:ext uri="{FF2B5EF4-FFF2-40B4-BE49-F238E27FC236}">
                <a16:creationId xmlns:a16="http://schemas.microsoft.com/office/drawing/2014/main" id="{3DD3B9ED-231E-423D-B8D7-6DE1C249CA4E}"/>
              </a:ext>
            </a:extLst>
          </p:cNvPr>
          <p:cNvSpPr txBox="1">
            <a:spLocks/>
          </p:cNvSpPr>
          <p:nvPr/>
        </p:nvSpPr>
        <p:spPr>
          <a:xfrm>
            <a:off x="4541520" y="3670301"/>
            <a:ext cx="3108960" cy="2755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pt-BR" sz="2400" spc="300"/>
              <a:t>INCLUÍDOS </a:t>
            </a:r>
            <a:br>
              <a:rPr lang="pt-BR" sz="2400" spc="300"/>
            </a:br>
            <a:r>
              <a:rPr lang="pt-BR" sz="2400" spc="300"/>
              <a:t>PRIORIDADES:</a:t>
            </a:r>
          </a:p>
          <a:p>
            <a:pPr rtl="0">
              <a:lnSpc>
                <a:spcPct val="100000"/>
              </a:lnSpc>
              <a:buFont typeface="Wingdings" panose="05000000000000000000" pitchFamily="2" charset="2"/>
              <a:buChar char="§"/>
              <a:defRPr/>
            </a:pPr>
            <a:r>
              <a:rPr lang="pt-BR" sz="1400"/>
              <a:t>Melhorar a presença da mídia social</a:t>
            </a:r>
          </a:p>
          <a:p>
            <a:pPr rtl="0">
              <a:lnSpc>
                <a:spcPct val="100000"/>
              </a:lnSpc>
              <a:buFont typeface="Wingdings" panose="05000000000000000000" pitchFamily="2" charset="2"/>
              <a:buChar char="§"/>
              <a:defRPr/>
            </a:pPr>
            <a:r>
              <a:rPr lang="pt-BR" sz="1400"/>
              <a:t>Garanta que o custo de desenvolvimento permaneça abaixo do orçamento</a:t>
            </a:r>
          </a:p>
          <a:p>
            <a:pPr rtl="0"/>
            <a:endParaRPr lang="pt-BR"/>
          </a:p>
        </p:txBody>
      </p:sp>
      <p:sp>
        <p:nvSpPr>
          <p:cNvPr id="13" name="Espaço Reservado para Conteúdo 25">
            <a:extLst>
              <a:ext uri="{FF2B5EF4-FFF2-40B4-BE49-F238E27FC236}">
                <a16:creationId xmlns:a16="http://schemas.microsoft.com/office/drawing/2014/main" id="{184497C2-C5BB-4C07-AF14-B5D10275FC68}"/>
              </a:ext>
            </a:extLst>
          </p:cNvPr>
          <p:cNvSpPr txBox="1">
            <a:spLocks/>
          </p:cNvSpPr>
          <p:nvPr/>
        </p:nvSpPr>
        <p:spPr>
          <a:xfrm>
            <a:off x="8122920" y="3670302"/>
            <a:ext cx="3108960" cy="2755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pt-BR" sz="2400" spc="300"/>
              <a:t>OPORTUNIDADES PARA FUNCIONÁRIOS</a:t>
            </a:r>
          </a:p>
          <a:p>
            <a:pPr rtl="0">
              <a:lnSpc>
                <a:spcPct val="100000"/>
              </a:lnSpc>
              <a:buFont typeface="Wingdings" panose="05000000000000000000" pitchFamily="2" charset="2"/>
              <a:buChar char="§"/>
              <a:defRPr/>
            </a:pPr>
            <a:r>
              <a:rPr lang="pt-BR" sz="1400"/>
              <a:t>Iniciam os estagiários</a:t>
            </a:r>
          </a:p>
          <a:p>
            <a:pPr rtl="0">
              <a:lnSpc>
                <a:spcPct val="100000"/>
              </a:lnSpc>
              <a:buFont typeface="Wingdings" panose="05000000000000000000" pitchFamily="2" charset="2"/>
              <a:buChar char="§"/>
              <a:defRPr/>
            </a:pPr>
            <a:r>
              <a:rPr lang="pt-BR" sz="1400"/>
              <a:t>Equipes de recreação internas</a:t>
            </a:r>
          </a:p>
          <a:p>
            <a:pPr rtl="0">
              <a:lnSpc>
                <a:spcPct val="100000"/>
              </a:lnSpc>
              <a:buFont typeface="Wingdings" panose="05000000000000000000" pitchFamily="2" charset="2"/>
              <a:buChar char="§"/>
              <a:defRPr/>
            </a:pPr>
            <a:r>
              <a:rPr lang="pt-BR" sz="1400"/>
              <a:t>Torneios de xadrez</a:t>
            </a:r>
          </a:p>
          <a:p>
            <a:pPr rtl="0">
              <a:lnSpc>
                <a:spcPct val="100000"/>
              </a:lnSpc>
              <a:buFont typeface="Wingdings" panose="05000000000000000000" pitchFamily="2" charset="2"/>
              <a:buChar char="§"/>
              <a:defRPr/>
            </a:pPr>
            <a:r>
              <a:rPr lang="pt-BR" sz="1400"/>
              <a:t>Grande festa para assistir ao jogo</a:t>
            </a:r>
          </a:p>
        </p:txBody>
      </p:sp>
      <p:sp>
        <p:nvSpPr>
          <p:cNvPr id="21" name="Espaço Reservado para o Número do Slide 20">
            <a:extLst>
              <a:ext uri="{FF2B5EF4-FFF2-40B4-BE49-F238E27FC236}">
                <a16:creationId xmlns:a16="http://schemas.microsoft.com/office/drawing/2014/main" id="{27B9B9E1-D2EC-4B8B-BC3C-67231FDDCC7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4972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3D709CC-2EA1-4ADB-91AA-4332A53A8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9301" y="1864894"/>
            <a:ext cx="6838783" cy="2023179"/>
          </a:xfrm>
        </p:spPr>
        <p:txBody>
          <a:bodyPr/>
          <a:lstStyle/>
          <a:p>
            <a:r>
              <a:rPr lang="pt-BR" sz="2800" dirty="0"/>
              <a:t>PODERIAMOS COLOCAR UM VIDEO AQUI MOSTRANDO TODAS AS TELAS IMPLEMENTADAS no SITE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DBECA56-409A-402C-9786-E5F6B20E5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C2E478F-E849-4A8C-AF1F-CBCC78A7CBFA}" type="slidenum">
              <a:rPr lang="pt-BR" noProof="0" smtClean="0"/>
              <a:t>7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609575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1D24B42B-925B-494C-A986-BD85E8117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8727" y="1564105"/>
            <a:ext cx="6514490" cy="2636281"/>
          </a:xfrm>
        </p:spPr>
        <p:txBody>
          <a:bodyPr rtlCol="0">
            <a:normAutofit fontScale="90000"/>
          </a:bodyPr>
          <a:lstStyle/>
          <a:p>
            <a:pPr rtl="0"/>
            <a:r>
              <a:rPr lang="pt-BR" dirty="0"/>
              <a:t>Funcionalidades módulo TRATAMENTO</a:t>
            </a:r>
          </a:p>
        </p:txBody>
      </p:sp>
      <p:pic>
        <p:nvPicPr>
          <p:cNvPr id="8" name="Espaço Reservado para Imagem 7" descr="detalhe de um código de computador">
            <a:extLst>
              <a:ext uri="{FF2B5EF4-FFF2-40B4-BE49-F238E27FC236}">
                <a16:creationId xmlns:a16="http://schemas.microsoft.com/office/drawing/2014/main" id="{A596BF19-CC58-4709-B5D6-3FC378FDC7B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>
          <a:xfrm>
            <a:off x="-1" y="0"/>
            <a:ext cx="5618747" cy="6867922"/>
          </a:xfrm>
        </p:spPr>
      </p:pic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B156CAF1-214F-4566-9B0D-DACA1063E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36145" y="6264197"/>
            <a:ext cx="3090176" cy="365125"/>
          </a:xfrm>
        </p:spPr>
        <p:txBody>
          <a:bodyPr rtlCol="0"/>
          <a:lstStyle/>
          <a:p>
            <a:pPr rtl="0"/>
            <a:r>
              <a:rPr lang="pt-BR" dirty="0"/>
              <a:t>Vamos Mergulhar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C6A5C12-E784-444E-B868-DE2AE8574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1681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2">
            <a:extLst>
              <a:ext uri="{FF2B5EF4-FFF2-40B4-BE49-F238E27FC236}">
                <a16:creationId xmlns:a16="http://schemas.microsoft.com/office/drawing/2014/main" id="{93863800-85E5-44A7-96E9-521CE8826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 anchor="ctr">
            <a:normAutofit/>
          </a:bodyPr>
          <a:lstStyle/>
          <a:p>
            <a:pPr algn="ctr" rtl="0"/>
            <a:r>
              <a:rPr lang="pt-BR" sz="4800" spc="300" dirty="0"/>
              <a:t>FUNCIONALIDADES DO MÓDULO AQUI</a:t>
            </a:r>
          </a:p>
        </p:txBody>
      </p:sp>
      <p:pic>
        <p:nvPicPr>
          <p:cNvPr id="15" name="Espaço Reservado para Imagem 14" descr="foto profissional do grupo">
            <a:extLst>
              <a:ext uri="{FF2B5EF4-FFF2-40B4-BE49-F238E27FC236}">
                <a16:creationId xmlns:a16="http://schemas.microsoft.com/office/drawing/2014/main" id="{4B696E0D-78B0-41A4-A40D-7A4F6E88FEB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email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2475" b="22475"/>
          <a:stretch>
            <a:fillRect/>
          </a:stretch>
        </p:blipFill>
        <p:spPr/>
      </p:pic>
      <p:pic>
        <p:nvPicPr>
          <p:cNvPr id="10" name="Espaço Reservado para Imagem 9" descr="detalhe de placas de computador">
            <a:extLst>
              <a:ext uri="{FF2B5EF4-FFF2-40B4-BE49-F238E27FC236}">
                <a16:creationId xmlns:a16="http://schemas.microsoft.com/office/drawing/2014/main" id="{AD4E0449-1F68-4DB7-BBE6-7BC3B0E3069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5" cstate="email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15074" b="15074"/>
          <a:stretch>
            <a:fillRect/>
          </a:stretch>
        </p:blipFill>
        <p:spPr/>
      </p:pic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C409A73-2FDB-4725-9558-77B4ACF92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432929" cy="494506"/>
          </a:xfrm>
        </p:spPr>
        <p:txBody>
          <a:bodyPr rtlCol="0">
            <a:normAutofit fontScale="85000" lnSpcReduction="10000"/>
          </a:bodyPr>
          <a:lstStyle/>
          <a:p>
            <a:pPr rtl="0"/>
            <a:r>
              <a:rPr lang="pt-BR" spc="250" dirty="0">
                <a:solidFill>
                  <a:schemeClr val="tx1"/>
                </a:solidFill>
              </a:rPr>
              <a:t>OPORTUNIDADES PARA FUNCIONÁRIOS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5FBB0776-0624-4A97-8BD3-03CF602288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 sz="2000" spc="250" dirty="0">
                <a:solidFill>
                  <a:schemeClr val="tx1"/>
                </a:solidFill>
              </a:rPr>
              <a:t>PRIORIDADES DA EMPRESA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56D0F54D-A602-4D35-8BE1-6B9BE807898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rtlCol="0">
            <a:normAutofit/>
          </a:bodyPr>
          <a:lstStyle/>
          <a:p>
            <a:pPr rt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t-BR" sz="1400" dirty="0">
                <a:solidFill>
                  <a:schemeClr val="tx1"/>
                </a:solidFill>
              </a:rPr>
              <a:t>Fim da comemoração fiscal em 15 de julho </a:t>
            </a:r>
          </a:p>
          <a:p>
            <a:pPr rt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t-BR" sz="1400" dirty="0">
                <a:solidFill>
                  <a:schemeClr val="tx1"/>
                </a:solidFill>
              </a:rPr>
              <a:t>Dia da aprendizagem do funcionário em 14 de agosto </a:t>
            </a:r>
          </a:p>
          <a:p>
            <a:pPr rt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t-BR" sz="1400" dirty="0">
                <a:solidFill>
                  <a:schemeClr val="tx1"/>
                </a:solidFill>
              </a:rPr>
              <a:t>Yoga para funcionários em 3 de setembro </a:t>
            </a:r>
          </a:p>
          <a:p>
            <a:pPr rt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t-BR" sz="1400" dirty="0">
                <a:solidFill>
                  <a:schemeClr val="tx1"/>
                </a:solidFill>
              </a:rPr>
              <a:t>A série de seminários começa em 10 de setembro 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EFFBC808-1837-4C36-BFF0-135B8C1042A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rtlCol="0">
            <a:normAutofit/>
          </a:bodyPr>
          <a:lstStyle/>
          <a:p>
            <a:pPr rt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t-BR" sz="1400">
                <a:solidFill>
                  <a:schemeClr val="tx1"/>
                </a:solidFill>
              </a:rPr>
              <a:t>Aumente a satisfação do cliente em 2%</a:t>
            </a:r>
          </a:p>
          <a:p>
            <a:pPr rt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t-BR" sz="1400">
                <a:solidFill>
                  <a:schemeClr val="tx1"/>
                </a:solidFill>
              </a:rPr>
              <a:t>Mantenha o crescimento</a:t>
            </a:r>
          </a:p>
          <a:p>
            <a:pPr rt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t-BR" sz="1400">
                <a:solidFill>
                  <a:schemeClr val="tx1"/>
                </a:solidFill>
              </a:rPr>
              <a:t>Parceria de iniciativa com organizações de terceiros</a:t>
            </a:r>
          </a:p>
        </p:txBody>
      </p:sp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8E69FE38-B9E0-4441-8A00-92DDB88DF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9265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1D24B42B-925B-494C-A986-BD85E8117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8727" y="1564105"/>
            <a:ext cx="6514490" cy="2636281"/>
          </a:xfrm>
        </p:spPr>
        <p:txBody>
          <a:bodyPr rtlCol="0">
            <a:normAutofit fontScale="90000"/>
          </a:bodyPr>
          <a:lstStyle/>
          <a:p>
            <a:pPr rtl="0"/>
            <a:r>
              <a:rPr lang="pt-BR" dirty="0"/>
              <a:t>Funcionalidades módulo Isolamento</a:t>
            </a:r>
          </a:p>
        </p:txBody>
      </p:sp>
      <p:pic>
        <p:nvPicPr>
          <p:cNvPr id="8" name="Espaço Reservado para Imagem 7" descr="detalhe de um código de computador">
            <a:extLst>
              <a:ext uri="{FF2B5EF4-FFF2-40B4-BE49-F238E27FC236}">
                <a16:creationId xmlns:a16="http://schemas.microsoft.com/office/drawing/2014/main" id="{A596BF19-CC58-4709-B5D6-3FC378FDC7B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>
          <a:xfrm>
            <a:off x="-1" y="0"/>
            <a:ext cx="5618747" cy="6867922"/>
          </a:xfrm>
        </p:spPr>
      </p:pic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B156CAF1-214F-4566-9B0D-DACA1063E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36145" y="6264197"/>
            <a:ext cx="3090176" cy="365125"/>
          </a:xfrm>
        </p:spPr>
        <p:txBody>
          <a:bodyPr rtlCol="0"/>
          <a:lstStyle/>
          <a:p>
            <a:pPr rtl="0"/>
            <a:r>
              <a:rPr lang="pt-BR" dirty="0"/>
              <a:t>Vamos Mergulhar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C6A5C12-E784-444E-B868-DE2AE8574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5183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2">
            <a:extLst>
              <a:ext uri="{FF2B5EF4-FFF2-40B4-BE49-F238E27FC236}">
                <a16:creationId xmlns:a16="http://schemas.microsoft.com/office/drawing/2014/main" id="{93863800-85E5-44A7-96E9-521CE8826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 anchor="ctr">
            <a:normAutofit/>
          </a:bodyPr>
          <a:lstStyle/>
          <a:p>
            <a:pPr algn="ctr" rtl="0"/>
            <a:r>
              <a:rPr lang="pt-BR" sz="4800" spc="300" dirty="0"/>
              <a:t>Mapeamento de Eventos</a:t>
            </a:r>
          </a:p>
        </p:txBody>
      </p:sp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8E69FE38-B9E0-4441-8A00-92DDB88DF0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pt-BR" smtClean="0"/>
              <a:t>11</a:t>
            </a:fld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EDD2FB3-C322-426C-8B04-CF500CB52B8F}"/>
              </a:ext>
            </a:extLst>
          </p:cNvPr>
          <p:cNvSpPr txBox="1"/>
          <p:nvPr/>
        </p:nvSpPr>
        <p:spPr>
          <a:xfrm>
            <a:off x="1936558" y="6420032"/>
            <a:ext cx="85530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Protótipo do mapa com eventos.</a:t>
            </a:r>
          </a:p>
        </p:txBody>
      </p:sp>
      <p:pic>
        <p:nvPicPr>
          <p:cNvPr id="20" name="Imagem 19" descr="Interface gráfica do usuário&#10;&#10;Descrição gerada automaticamente">
            <a:extLst>
              <a:ext uri="{FF2B5EF4-FFF2-40B4-BE49-F238E27FC236}">
                <a16:creationId xmlns:a16="http://schemas.microsoft.com/office/drawing/2014/main" id="{C8D7F0A4-0CB7-433A-87A8-D7E6078B83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0282" y="1591704"/>
            <a:ext cx="8131435" cy="4573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1518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CC3376-5069-4C7B-BE6B-A3776D1B4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275153"/>
            <a:ext cx="5897218" cy="884238"/>
          </a:xfrm>
        </p:spPr>
        <p:txBody>
          <a:bodyPr rtlCol="0"/>
          <a:lstStyle/>
          <a:p>
            <a:pPr rtl="0"/>
            <a:r>
              <a:rPr lang="pt-BR" dirty="0"/>
              <a:t>Mapeamento de Eventos</a:t>
            </a:r>
          </a:p>
        </p:txBody>
      </p:sp>
      <p:pic>
        <p:nvPicPr>
          <p:cNvPr id="6" name="Espaço Reservado para Imagem 5" descr="pessoa olhando uma planta em uma parede de tijolos">
            <a:extLst>
              <a:ext uri="{FF2B5EF4-FFF2-40B4-BE49-F238E27FC236}">
                <a16:creationId xmlns:a16="http://schemas.microsoft.com/office/drawing/2014/main" id="{C07C315A-7CD1-432C-92FA-6B62159B56CA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3552" t="1" r="23880" b="327"/>
          <a:stretch/>
        </p:blipFill>
        <p:spPr>
          <a:xfrm>
            <a:off x="0" y="0"/>
            <a:ext cx="5416550" cy="6858000"/>
          </a:xfrm>
        </p:spPr>
      </p:pic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79248A72-A597-48DF-A270-3389F5D20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660945"/>
            <a:ext cx="5669280" cy="1590255"/>
          </a:xfrm>
        </p:spPr>
        <p:txBody>
          <a:bodyPr rtlCol="0">
            <a:normAutofit fontScale="92500" lnSpcReduction="10000"/>
          </a:bodyPr>
          <a:lstStyle/>
          <a:p>
            <a:r>
              <a:rPr lang="pt-BR" sz="2000" dirty="0">
                <a:latin typeface="Helvetica Neue"/>
              </a:rPr>
              <a:t>Uso da API Facebook:</a:t>
            </a:r>
            <a:br>
              <a:rPr lang="pt-BR" sz="1800" dirty="0"/>
            </a:br>
            <a:r>
              <a:rPr lang="pt-BR" sz="1400" b="0" i="0" u="none" strike="noStrike" dirty="0">
                <a:solidFill>
                  <a:srgbClr val="0088CC"/>
                </a:solidFill>
                <a:effectLst/>
                <a:latin typeface="Helvetica Neue"/>
                <a:hlinkClick r:id="rId5"/>
              </a:rPr>
              <a:t>https://developers.facebook.com/docs/</a:t>
            </a:r>
            <a:r>
              <a:rPr lang="pt-BR" sz="1400" b="0" i="0" u="none" strike="noStrike" dirty="0" err="1">
                <a:solidFill>
                  <a:srgbClr val="0088CC"/>
                </a:solidFill>
                <a:effectLst/>
                <a:latin typeface="Helvetica Neue"/>
                <a:hlinkClick r:id="rId5"/>
              </a:rPr>
              <a:t>graphapi</a:t>
            </a:r>
            <a:r>
              <a:rPr lang="pt-BR" sz="1400" b="0" i="0" u="none" strike="noStrike" dirty="0">
                <a:solidFill>
                  <a:srgbClr val="0088CC"/>
                </a:solidFill>
                <a:effectLst/>
                <a:latin typeface="Helvetica Neue"/>
                <a:hlinkClick r:id="rId5"/>
              </a:rPr>
              <a:t>/</a:t>
            </a:r>
            <a:r>
              <a:rPr lang="pt-BR" sz="1400" b="0" i="0" u="none" strike="noStrike" dirty="0" err="1">
                <a:solidFill>
                  <a:srgbClr val="0088CC"/>
                </a:solidFill>
                <a:effectLst/>
                <a:latin typeface="Helvetica Neue"/>
                <a:hlinkClick r:id="rId5"/>
              </a:rPr>
              <a:t>reference</a:t>
            </a:r>
            <a:r>
              <a:rPr lang="pt-BR" sz="1400" b="0" i="0" u="none" strike="noStrike" dirty="0">
                <a:solidFill>
                  <a:srgbClr val="0088CC"/>
                </a:solidFill>
                <a:effectLst/>
                <a:latin typeface="Helvetica Neue"/>
                <a:hlinkClick r:id="rId5"/>
              </a:rPr>
              <a:t>/</a:t>
            </a:r>
            <a:r>
              <a:rPr lang="pt-BR" sz="1400" b="0" i="0" u="none" strike="noStrike" dirty="0" err="1">
                <a:solidFill>
                  <a:srgbClr val="0088CC"/>
                </a:solidFill>
                <a:effectLst/>
                <a:latin typeface="Helvetica Neue"/>
                <a:hlinkClick r:id="rId5"/>
              </a:rPr>
              <a:t>event</a:t>
            </a:r>
            <a:r>
              <a:rPr lang="pt-BR" sz="1400" b="0" i="0" u="none" strike="noStrike" dirty="0">
                <a:solidFill>
                  <a:srgbClr val="0088CC"/>
                </a:solidFill>
                <a:effectLst/>
                <a:latin typeface="Helvetica Neue"/>
                <a:hlinkClick r:id="rId5"/>
              </a:rPr>
              <a:t>/?</a:t>
            </a:r>
            <a:r>
              <a:rPr lang="pt-BR" sz="1400" b="0" i="0" u="none" strike="noStrike" dirty="0" err="1">
                <a:solidFill>
                  <a:srgbClr val="0088CC"/>
                </a:solidFill>
                <a:effectLst/>
                <a:latin typeface="Helvetica Neue"/>
                <a:hlinkClick r:id="rId5"/>
              </a:rPr>
              <a:t>locale</a:t>
            </a:r>
            <a:r>
              <a:rPr lang="pt-BR" sz="1400" b="0" i="0" u="none" strike="noStrike" dirty="0">
                <a:solidFill>
                  <a:srgbClr val="0088CC"/>
                </a:solidFill>
                <a:effectLst/>
                <a:latin typeface="Helvetica Neue"/>
                <a:hlinkClick r:id="rId5"/>
              </a:rPr>
              <a:t>=</a:t>
            </a:r>
            <a:r>
              <a:rPr lang="pt-BR" sz="1400" b="0" i="0" u="none" strike="noStrike" dirty="0" err="1">
                <a:solidFill>
                  <a:srgbClr val="0088CC"/>
                </a:solidFill>
                <a:effectLst/>
                <a:latin typeface="Helvetica Neue"/>
                <a:hlinkClick r:id="rId5"/>
              </a:rPr>
              <a:t>pt_BR</a:t>
            </a:r>
            <a:r>
              <a:rPr lang="pt-BR" sz="1400" b="0" i="0" dirty="0">
                <a:solidFill>
                  <a:srgbClr val="333333"/>
                </a:solidFill>
                <a:effectLst/>
                <a:latin typeface="Helvetica Neue"/>
              </a:rPr>
              <a:t>.</a:t>
            </a:r>
          </a:p>
          <a:p>
            <a:r>
              <a:rPr lang="pt-BR" sz="2000" dirty="0">
                <a:solidFill>
                  <a:srgbClr val="333333"/>
                </a:solidFill>
                <a:latin typeface="Helvetica Neue"/>
              </a:rPr>
              <a:t>Campos Identificados:</a:t>
            </a:r>
            <a:endParaRPr lang="pt-BR" sz="2000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7FA57D11-A25F-4772-8E50-DDB68BE8CB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pt-BR" smtClean="0"/>
              <a:t>12</a:t>
            </a:fld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D0EEEAD-0731-4712-9E8E-E81C078516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2806" y="3344333"/>
            <a:ext cx="3971925" cy="203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680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2">
            <a:extLst>
              <a:ext uri="{FF2B5EF4-FFF2-40B4-BE49-F238E27FC236}">
                <a16:creationId xmlns:a16="http://schemas.microsoft.com/office/drawing/2014/main" id="{93863800-85E5-44A7-96E9-521CE8826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 anchor="ctr">
            <a:normAutofit/>
          </a:bodyPr>
          <a:lstStyle/>
          <a:p>
            <a:pPr algn="ctr" rtl="0"/>
            <a:r>
              <a:rPr lang="pt-BR" sz="4800" spc="300" dirty="0"/>
              <a:t>Mapeamento de Eventos</a:t>
            </a:r>
          </a:p>
        </p:txBody>
      </p:sp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8E69FE38-B9E0-4441-8A00-92DDB88DF0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pt-BR" smtClean="0"/>
              <a:t>13</a:t>
            </a:fld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EDD2FB3-C322-426C-8B04-CF500CB52B8F}"/>
              </a:ext>
            </a:extLst>
          </p:cNvPr>
          <p:cNvSpPr txBox="1"/>
          <p:nvPr/>
        </p:nvSpPr>
        <p:spPr>
          <a:xfrm>
            <a:off x="1768973" y="6512365"/>
            <a:ext cx="87835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*Usando os campos da API do Facebook os eventos são identificados e detalhados no mapa.</a:t>
            </a:r>
          </a:p>
        </p:txBody>
      </p:sp>
      <p:pic>
        <p:nvPicPr>
          <p:cNvPr id="3" name="Imagem 2" descr="Uma imagem contendo Texto&#10;&#10;Descrição gerada automaticamente">
            <a:extLst>
              <a:ext uri="{FF2B5EF4-FFF2-40B4-BE49-F238E27FC236}">
                <a16:creationId xmlns:a16="http://schemas.microsoft.com/office/drawing/2014/main" id="{3DEB4FDD-A669-4681-A091-BB06E660A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9600" y="1590738"/>
            <a:ext cx="8672945" cy="4878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175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2">
            <a:extLst>
              <a:ext uri="{FF2B5EF4-FFF2-40B4-BE49-F238E27FC236}">
                <a16:creationId xmlns:a16="http://schemas.microsoft.com/office/drawing/2014/main" id="{93863800-85E5-44A7-96E9-521CE8826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 anchor="ctr">
            <a:normAutofit/>
          </a:bodyPr>
          <a:lstStyle/>
          <a:p>
            <a:pPr algn="ctr" rtl="0"/>
            <a:r>
              <a:rPr lang="pt-BR" sz="4800" spc="300" dirty="0"/>
              <a:t>Mapeamento de Locais</a:t>
            </a:r>
          </a:p>
        </p:txBody>
      </p:sp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8E69FE38-B9E0-4441-8A00-92DDB88DF0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pt-BR" smtClean="0"/>
              <a:t>14</a:t>
            </a:fld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EDD2FB3-C322-426C-8B04-CF500CB52B8F}"/>
              </a:ext>
            </a:extLst>
          </p:cNvPr>
          <p:cNvSpPr txBox="1"/>
          <p:nvPr/>
        </p:nvSpPr>
        <p:spPr>
          <a:xfrm>
            <a:off x="1936558" y="6420032"/>
            <a:ext cx="85530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*Protótipo do mapa, filtros e botão de cadastro do comerciante.</a:t>
            </a:r>
          </a:p>
        </p:txBody>
      </p:sp>
      <p:pic>
        <p:nvPicPr>
          <p:cNvPr id="3" name="Imagem 2" descr="Uma imagem contendo Diagrama&#10;&#10;Descrição gerada automaticamente">
            <a:extLst>
              <a:ext uri="{FF2B5EF4-FFF2-40B4-BE49-F238E27FC236}">
                <a16:creationId xmlns:a16="http://schemas.microsoft.com/office/drawing/2014/main" id="{1C6DEA2E-2646-4BA3-BE41-92637FD53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2457" y="1591704"/>
            <a:ext cx="8323675" cy="4682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2635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2">
            <a:extLst>
              <a:ext uri="{FF2B5EF4-FFF2-40B4-BE49-F238E27FC236}">
                <a16:creationId xmlns:a16="http://schemas.microsoft.com/office/drawing/2014/main" id="{93863800-85E5-44A7-96E9-521CE8826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 anchor="ctr">
            <a:normAutofit/>
          </a:bodyPr>
          <a:lstStyle/>
          <a:p>
            <a:pPr algn="ctr" rtl="0"/>
            <a:r>
              <a:rPr lang="pt-BR" sz="4800" spc="300" dirty="0"/>
              <a:t>Mapeamento de Locais</a:t>
            </a:r>
          </a:p>
        </p:txBody>
      </p:sp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8E69FE38-B9E0-4441-8A00-92DDB88DF0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pt-BR" smtClean="0"/>
              <a:t>15</a:t>
            </a:fld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EDD2FB3-C322-426C-8B04-CF500CB52B8F}"/>
              </a:ext>
            </a:extLst>
          </p:cNvPr>
          <p:cNvSpPr txBox="1"/>
          <p:nvPr/>
        </p:nvSpPr>
        <p:spPr>
          <a:xfrm>
            <a:off x="1768973" y="6512365"/>
            <a:ext cx="87835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*Locais filtrados, exibidos e detalhados no mapa.</a:t>
            </a:r>
          </a:p>
        </p:txBody>
      </p:sp>
      <p:pic>
        <p:nvPicPr>
          <p:cNvPr id="4" name="Imagem 3" descr="Texto&#10;&#10;Descrição gerada automaticamente com confiança baixa">
            <a:extLst>
              <a:ext uri="{FF2B5EF4-FFF2-40B4-BE49-F238E27FC236}">
                <a16:creationId xmlns:a16="http://schemas.microsoft.com/office/drawing/2014/main" id="{9567F736-7BFD-4E57-875E-81DDBC1D9F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235" y="1591704"/>
            <a:ext cx="8783571" cy="4940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1528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CC3376-5069-4C7B-BE6B-A3776D1B4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275153"/>
            <a:ext cx="5897218" cy="884238"/>
          </a:xfrm>
        </p:spPr>
        <p:txBody>
          <a:bodyPr rtlCol="0"/>
          <a:lstStyle/>
          <a:p>
            <a:pPr rtl="0"/>
            <a:r>
              <a:rPr lang="pt-BR" dirty="0"/>
              <a:t>Mapeamento de Locais</a:t>
            </a:r>
          </a:p>
        </p:txBody>
      </p:sp>
      <p:pic>
        <p:nvPicPr>
          <p:cNvPr id="6" name="Espaço Reservado para Imagem 5" descr="pessoa olhando uma planta em uma parede de tijolos">
            <a:extLst>
              <a:ext uri="{FF2B5EF4-FFF2-40B4-BE49-F238E27FC236}">
                <a16:creationId xmlns:a16="http://schemas.microsoft.com/office/drawing/2014/main" id="{C07C315A-7CD1-432C-92FA-6B62159B56CA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3552" t="1" r="23880" b="327"/>
          <a:stretch/>
        </p:blipFill>
        <p:spPr>
          <a:xfrm>
            <a:off x="0" y="0"/>
            <a:ext cx="5416550" cy="6858000"/>
          </a:xfrm>
        </p:spPr>
      </p:pic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79248A72-A597-48DF-A270-3389F5D20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660945"/>
            <a:ext cx="5669280" cy="1590255"/>
          </a:xfrm>
        </p:spPr>
        <p:txBody>
          <a:bodyPr rtlCol="0">
            <a:normAutofit/>
          </a:bodyPr>
          <a:lstStyle/>
          <a:p>
            <a:r>
              <a:rPr lang="pt-BR" sz="2000" dirty="0">
                <a:latin typeface="Helvetica Neue"/>
              </a:rPr>
              <a:t>Cadastro de comerciante</a:t>
            </a:r>
          </a:p>
          <a:p>
            <a:pPr lvl="1"/>
            <a:r>
              <a:rPr lang="pt-BR" sz="1800" dirty="0">
                <a:latin typeface="Helvetica Neue"/>
              </a:rPr>
              <a:t>Uso de Banco de Dados (PostgreSQL)</a:t>
            </a:r>
          </a:p>
          <a:p>
            <a:pPr lvl="1"/>
            <a:r>
              <a:rPr lang="pt-BR" sz="1800" dirty="0">
                <a:solidFill>
                  <a:srgbClr val="333333"/>
                </a:solidFill>
                <a:latin typeface="Helvetica Neue"/>
              </a:rPr>
              <a:t>Campos:</a:t>
            </a:r>
          </a:p>
        </p:txBody>
      </p:sp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7FA57D11-A25F-4772-8E50-DDB68BE8CB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pt-BR" smtClean="0"/>
              <a:t>16</a:t>
            </a:fld>
            <a:endParaRPr lang="pt-BR"/>
          </a:p>
        </p:txBody>
      </p:sp>
      <p:pic>
        <p:nvPicPr>
          <p:cNvPr id="4" name="Imagem 3" descr="Interface gráfica do usuário&#10;&#10;Descrição gerada automaticamente">
            <a:extLst>
              <a:ext uri="{FF2B5EF4-FFF2-40B4-BE49-F238E27FC236}">
                <a16:creationId xmlns:a16="http://schemas.microsoft.com/office/drawing/2014/main" id="{1F23565A-553D-40F5-A98B-9E43037A724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5903" t="34444" r="34306" b="15432"/>
          <a:stretch/>
        </p:blipFill>
        <p:spPr>
          <a:xfrm>
            <a:off x="6775452" y="3096343"/>
            <a:ext cx="2995450" cy="2834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5110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2">
            <a:extLst>
              <a:ext uri="{FF2B5EF4-FFF2-40B4-BE49-F238E27FC236}">
                <a16:creationId xmlns:a16="http://schemas.microsoft.com/office/drawing/2014/main" id="{93863800-85E5-44A7-96E9-521CE8826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 anchor="ctr">
            <a:normAutofit/>
          </a:bodyPr>
          <a:lstStyle/>
          <a:p>
            <a:pPr algn="ctr" rtl="0"/>
            <a:r>
              <a:rPr lang="pt-BR" sz="4800" spc="300" dirty="0"/>
              <a:t>Uso da API Google </a:t>
            </a:r>
            <a:r>
              <a:rPr lang="pt-BR" sz="4800" spc="300" dirty="0" err="1"/>
              <a:t>MAps</a:t>
            </a:r>
            <a:endParaRPr lang="pt-BR" sz="4800" spc="300" dirty="0"/>
          </a:p>
        </p:txBody>
      </p:sp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8E69FE38-B9E0-4441-8A00-92DDB88DF0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pt-BR" smtClean="0"/>
              <a:t>17</a:t>
            </a:fld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EDD2FB3-C322-426C-8B04-CF500CB52B8F}"/>
              </a:ext>
            </a:extLst>
          </p:cNvPr>
          <p:cNvSpPr txBox="1"/>
          <p:nvPr/>
        </p:nvSpPr>
        <p:spPr>
          <a:xfrm>
            <a:off x="1936558" y="6420032"/>
            <a:ext cx="85530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*Uso da API Google Maps em ambas as funcionalidades.</a:t>
            </a:r>
          </a:p>
        </p:txBody>
      </p:sp>
      <p:pic>
        <p:nvPicPr>
          <p:cNvPr id="18" name="Imagem 17" descr="Uma imagem contendo Interface gráfica do usuário&#10;&#10;Descrição gerada automaticamente">
            <a:extLst>
              <a:ext uri="{FF2B5EF4-FFF2-40B4-BE49-F238E27FC236}">
                <a16:creationId xmlns:a16="http://schemas.microsoft.com/office/drawing/2014/main" id="{DF7C3036-3F41-4A91-9D31-9F39E6244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6558" y="1657191"/>
            <a:ext cx="8553087" cy="4811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348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CC3376-5069-4C7B-BE6B-A3776D1B4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275153"/>
            <a:ext cx="5897218" cy="884238"/>
          </a:xfrm>
        </p:spPr>
        <p:txBody>
          <a:bodyPr rtlCol="0"/>
          <a:lstStyle/>
          <a:p>
            <a:pPr rtl="0"/>
            <a:r>
              <a:rPr lang="pt-BR" dirty="0"/>
              <a:t>Uso da API Google MAPS</a:t>
            </a:r>
          </a:p>
        </p:txBody>
      </p:sp>
      <p:pic>
        <p:nvPicPr>
          <p:cNvPr id="6" name="Espaço Reservado para Imagem 5" descr="pessoa olhando uma planta em uma parede de tijolos">
            <a:extLst>
              <a:ext uri="{FF2B5EF4-FFF2-40B4-BE49-F238E27FC236}">
                <a16:creationId xmlns:a16="http://schemas.microsoft.com/office/drawing/2014/main" id="{C07C315A-7CD1-432C-92FA-6B62159B56CA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3552" t="1" r="23880" b="327"/>
          <a:stretch/>
        </p:blipFill>
        <p:spPr>
          <a:xfrm>
            <a:off x="0" y="0"/>
            <a:ext cx="5416550" cy="6858000"/>
          </a:xfrm>
        </p:spPr>
      </p:pic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79248A72-A597-48DF-A270-3389F5D20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660945"/>
            <a:ext cx="5669280" cy="3419055"/>
          </a:xfrm>
        </p:spPr>
        <p:txBody>
          <a:bodyPr rtlCol="0">
            <a:normAutofit/>
          </a:bodyPr>
          <a:lstStyle/>
          <a:p>
            <a:r>
              <a:rPr lang="pt-BR" sz="2000" dirty="0">
                <a:latin typeface="Helvetica Neue"/>
              </a:rPr>
              <a:t>Uso da API Google:</a:t>
            </a:r>
            <a:br>
              <a:rPr lang="pt-BR" sz="1800" dirty="0"/>
            </a:br>
            <a:r>
              <a:rPr lang="pt-BR" sz="1400" b="0" i="0" u="none" strike="noStrike" dirty="0">
                <a:solidFill>
                  <a:srgbClr val="0088CC"/>
                </a:solidFill>
                <a:effectLst/>
                <a:latin typeface="Helvetica Neue"/>
              </a:rPr>
              <a:t>https://developers.google.com/maps/documentation/javascript/overview</a:t>
            </a:r>
          </a:p>
          <a:p>
            <a:r>
              <a:rPr lang="pt-BR" sz="2000" dirty="0">
                <a:solidFill>
                  <a:srgbClr val="333333"/>
                </a:solidFill>
                <a:latin typeface="Helvetica Neue"/>
              </a:rPr>
              <a:t>Usada para:</a:t>
            </a:r>
          </a:p>
          <a:p>
            <a:pPr lvl="1"/>
            <a:r>
              <a:rPr lang="pt-BR" sz="1600" dirty="0">
                <a:solidFill>
                  <a:srgbClr val="333333"/>
                </a:solidFill>
                <a:effectLst/>
                <a:latin typeface="Helvetica Neue"/>
                <a:ea typeface="Calibri" panose="020F0502020204030204" pitchFamily="34" charset="0"/>
                <a:cs typeface="Times New Roman" panose="02020603050405020304" pitchFamily="18" charset="0"/>
              </a:rPr>
              <a:t>Inicializar e centralizar o mapa nas coordenadas do GPS, ou local escolhido pelo usuário.</a:t>
            </a:r>
          </a:p>
          <a:p>
            <a:pPr lvl="1"/>
            <a:r>
              <a:rPr lang="pt-BR" sz="1600" b="0" i="0" dirty="0">
                <a:solidFill>
                  <a:srgbClr val="333333"/>
                </a:solidFill>
                <a:effectLst/>
                <a:latin typeface="Helvetica Neue"/>
              </a:rPr>
              <a:t>Desenhar os marcadores (pins) em locais ou eventos</a:t>
            </a:r>
          </a:p>
        </p:txBody>
      </p:sp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7FA57D11-A25F-4772-8E50-DDB68BE8CB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448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CC3376-5069-4C7B-BE6B-A3776D1B4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6551" y="275153"/>
            <a:ext cx="6895652" cy="884238"/>
          </a:xfrm>
        </p:spPr>
        <p:txBody>
          <a:bodyPr rtlCol="0"/>
          <a:lstStyle/>
          <a:p>
            <a:pPr algn="ctr" rtl="0"/>
            <a:r>
              <a:rPr lang="pt-BR" dirty="0"/>
              <a:t>TECNOLOGIAS UTILIZADAS </a:t>
            </a:r>
            <a:br>
              <a:rPr lang="pt-BR" dirty="0"/>
            </a:br>
            <a:r>
              <a:rPr lang="pt-BR" dirty="0"/>
              <a:t>NO PROJETO</a:t>
            </a:r>
          </a:p>
        </p:txBody>
      </p:sp>
      <p:pic>
        <p:nvPicPr>
          <p:cNvPr id="6" name="Espaço Reservado para Imagem 5" descr="pessoa olhando uma planta em uma parede de tijolos">
            <a:extLst>
              <a:ext uri="{FF2B5EF4-FFF2-40B4-BE49-F238E27FC236}">
                <a16:creationId xmlns:a16="http://schemas.microsoft.com/office/drawing/2014/main" id="{C07C315A-7CD1-432C-92FA-6B62159B56CA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3552" t="1" r="23880" b="327"/>
          <a:stretch/>
        </p:blipFill>
        <p:spPr>
          <a:xfrm>
            <a:off x="0" y="0"/>
            <a:ext cx="5416550" cy="6858000"/>
          </a:xfrm>
        </p:spPr>
      </p:pic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79248A72-A597-48DF-A270-3389F5D20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073499"/>
            <a:ext cx="5669280" cy="3795792"/>
          </a:xfrm>
        </p:spPr>
        <p:txBody>
          <a:bodyPr rtlCol="0">
            <a:normAutofit/>
          </a:bodyPr>
          <a:lstStyle/>
          <a:p>
            <a:pPr rtl="0"/>
            <a:r>
              <a:rPr lang="pt-BR" sz="1800" dirty="0"/>
              <a:t>Projeto do Site pode ser desenvolvido com HTML, CSS e </a:t>
            </a:r>
            <a:r>
              <a:rPr lang="pt-BR" sz="1800" dirty="0" err="1"/>
              <a:t>JavaScript</a:t>
            </a:r>
            <a:r>
              <a:rPr lang="pt-BR" sz="1800" dirty="0"/>
              <a:t>. O Site terá um layout responsivo com características mobile.</a:t>
            </a:r>
          </a:p>
          <a:p>
            <a:pPr rtl="0"/>
            <a:r>
              <a:rPr lang="pt-BR" sz="1800" dirty="0"/>
              <a:t>IDE - Visual Studio </a:t>
            </a:r>
            <a:r>
              <a:rPr lang="pt-BR" sz="1800" dirty="0" err="1"/>
              <a:t>Code</a:t>
            </a:r>
            <a:r>
              <a:rPr lang="pt-BR" sz="1800" dirty="0"/>
              <a:t>.</a:t>
            </a:r>
          </a:p>
          <a:p>
            <a:pPr rtl="0"/>
            <a:r>
              <a:rPr lang="pt-BR" sz="1800" dirty="0" err="1"/>
              <a:t>API’s</a:t>
            </a:r>
            <a:r>
              <a:rPr lang="pt-BR" sz="1800" dirty="0"/>
              <a:t> : Facebook e Google Maps.</a:t>
            </a:r>
          </a:p>
        </p:txBody>
      </p:sp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7FA57D11-A25F-4772-8E50-DDB68BE8CB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68917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ço Reservado para Imagem 7" descr="detalhe de um código de computador">
            <a:extLst>
              <a:ext uri="{FF2B5EF4-FFF2-40B4-BE49-F238E27FC236}">
                <a16:creationId xmlns:a16="http://schemas.microsoft.com/office/drawing/2014/main" id="{1D5DB266-C804-437C-AED7-3D057820D24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alphaModFix amt="3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7813" b="7813"/>
          <a:stretch/>
        </p:blipFill>
        <p:spPr/>
      </p:pic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DAF72BBC-FC90-4B63-96CA-ABED853DBAD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17843" y="2746007"/>
            <a:ext cx="9756314" cy="1365986"/>
          </a:xfrm>
        </p:spPr>
        <p:txBody>
          <a:bodyPr rtlCol="0"/>
          <a:lstStyle/>
          <a:p>
            <a:pPr rtl="0"/>
            <a:r>
              <a:rPr lang="pt-BR" sz="6000" dirty="0">
                <a:latin typeface="+mj-lt"/>
              </a:rPr>
              <a:t>DÚVIDAS?</a:t>
            </a:r>
          </a:p>
        </p:txBody>
      </p:sp>
    </p:spTree>
    <p:extLst>
      <p:ext uri="{BB962C8B-B14F-4D97-AF65-F5344CB8AC3E}">
        <p14:creationId xmlns:p14="http://schemas.microsoft.com/office/powerpoint/2010/main" val="8397791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Espaço Reservado para Imagem 7" descr="imagem abstrata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2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ítulo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4" y="1901442"/>
            <a:ext cx="10787270" cy="830649"/>
          </a:xfrm>
        </p:spPr>
        <p:txBody>
          <a:bodyPr rtlCol="0">
            <a:normAutofit/>
          </a:bodyPr>
          <a:lstStyle/>
          <a:p>
            <a:pPr rtl="0"/>
            <a:r>
              <a:rPr lang="pt-BR" sz="4400" b="1" spc="300" dirty="0"/>
              <a:t>OBRIGADO</a:t>
            </a:r>
            <a:endParaRPr lang="pt-BR" sz="4000" b="1" spc="300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85397" y="3100780"/>
            <a:ext cx="6221205" cy="656440"/>
          </a:xfrm>
        </p:spPr>
        <p:txBody>
          <a:bodyPr rtlCol="0"/>
          <a:lstStyle/>
          <a:p>
            <a:pPr rtl="0"/>
            <a:r>
              <a:rPr lang="pt-BR" sz="2000" b="1" i="0" dirty="0">
                <a:solidFill>
                  <a:srgbClr val="C9D1D9"/>
                </a:solidFill>
                <a:effectLst/>
              </a:rPr>
              <a:t>Equipe - Parque </a:t>
            </a:r>
            <a:r>
              <a:rPr lang="pt-BR" sz="2000" b="1" i="0" dirty="0" err="1">
                <a:solidFill>
                  <a:srgbClr val="C9D1D9"/>
                </a:solidFill>
                <a:effectLst/>
              </a:rPr>
              <a:t>Spitzkopf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8420166_TF55661986_Win32" id="{BB58C8DE-9511-4B43-8697-806BDB465BDD}" vid="{64A371BB-1EDC-4313-8E20-9F2D9934D461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de tecnologia</Template>
  <TotalTime>99</TotalTime>
  <Words>463</Words>
  <Application>Microsoft Office PowerPoint</Application>
  <PresentationFormat>Widescreen</PresentationFormat>
  <Paragraphs>116</Paragraphs>
  <Slides>21</Slides>
  <Notes>20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8" baseType="lpstr">
      <vt:lpstr>-apple-system</vt:lpstr>
      <vt:lpstr>Arial</vt:lpstr>
      <vt:lpstr>Calibri</vt:lpstr>
      <vt:lpstr>Calibri Light</vt:lpstr>
      <vt:lpstr>Helvetica Neue</vt:lpstr>
      <vt:lpstr>Wingdings</vt:lpstr>
      <vt:lpstr>Tema do Office</vt:lpstr>
      <vt:lpstr>Equipe - Parque Spitzkopf</vt:lpstr>
      <vt:lpstr>Agenda</vt:lpstr>
      <vt:lpstr>Conheça a equipe</vt:lpstr>
      <vt:lpstr>INTRODUÇÃO PROJETO BlocK Covid-19</vt:lpstr>
      <vt:lpstr>Funcionalidades módulo prevenção</vt:lpstr>
      <vt:lpstr>FUNCIONALIDADES DO MÓDULO AQUI</vt:lpstr>
      <vt:lpstr>PODERIAMOS COLOCAR UM VIDEO AQUI MOSTRANDO TODAS AS TELAS IMPLEMENTADAS no SITE</vt:lpstr>
      <vt:lpstr>Funcionalidades módulo TRATAMENTO</vt:lpstr>
      <vt:lpstr>FUNCIONALIDADES DO MÓDULO AQUI</vt:lpstr>
      <vt:lpstr>Funcionalidades módulo Isolamento</vt:lpstr>
      <vt:lpstr>Mapeamento de Eventos</vt:lpstr>
      <vt:lpstr>Mapeamento de Eventos</vt:lpstr>
      <vt:lpstr>Mapeamento de Eventos</vt:lpstr>
      <vt:lpstr>Mapeamento de Locais</vt:lpstr>
      <vt:lpstr>Mapeamento de Locais</vt:lpstr>
      <vt:lpstr>Mapeamento de Locais</vt:lpstr>
      <vt:lpstr>Uso da API Google MAps</vt:lpstr>
      <vt:lpstr>Uso da API Google MAPS</vt:lpstr>
      <vt:lpstr>TECNOLOGIAS UTILIZADAS  NO PROJETO</vt:lpstr>
      <vt:lpstr>Apresentação do PowerPoint</vt:lpstr>
      <vt:lpstr>OBRIGADO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Equipe - Parque Spitzkopf</dc:title>
  <dc:creator>Luan Lordello</dc:creator>
  <cp:lastModifiedBy>Luan Lordello</cp:lastModifiedBy>
  <cp:revision>4</cp:revision>
  <dcterms:created xsi:type="dcterms:W3CDTF">2021-11-13T01:28:18Z</dcterms:created>
  <dcterms:modified xsi:type="dcterms:W3CDTF">2021-11-14T02:19:21Z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