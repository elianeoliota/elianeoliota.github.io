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465" r:id="rId2"/>
    <p:sldId id="262" r:id="rId3"/>
    <p:sldId id="2477" r:id="rId4"/>
    <p:sldId id="2478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A95EE8-5CC6-45F1-AE0E-CD8B1310C6F8}" v="12" dt="2021-11-15T14:49:06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80EB2-89BE-437F-8D77-56C1BE74894C}" type="datetimeFigureOut">
              <a:rPr lang="pt-BR" smtClean="0"/>
              <a:t>15/11/2021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128792-238F-43FF-8A37-2844A12E9FE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1109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8B34ED-4CDD-41C9-90F7-D768D5559A6F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1895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8B34ED-4CDD-41C9-90F7-D768D5559A6F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54061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8B34ED-4CDD-41C9-90F7-D768D5559A6F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81729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8B34ED-4CDD-41C9-90F7-D768D5559A6F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0692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635FD8-712D-4EE2-A5B6-3DD8DE9C25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F80209DF-C4D9-43B8-AA05-F5361915304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12343" y="5922140"/>
            <a:ext cx="5167313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758235C5-25B1-4243-9762-4AAD3C08E8B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38600" y="3608511"/>
            <a:ext cx="4114800" cy="518795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>
            <a:noAutofit/>
          </a:bodyPr>
          <a:lstStyle>
            <a:lvl1pPr marL="0" indent="0" algn="ctr">
              <a:buNone/>
              <a:defRPr sz="1800" cap="all" baseline="0"/>
            </a:lvl1pPr>
          </a:lstStyle>
          <a:p>
            <a:pPr rtl="0"/>
            <a:r>
              <a:rPr lang="pt-BR" spc="300" noProof="0"/>
              <a:t>ANÁLISE ANUAL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8B2C6E-DB6F-4476-8E95-9F6EC79392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36" y="2445633"/>
            <a:ext cx="11490325" cy="823913"/>
          </a:xfrm>
        </p:spPr>
        <p:txBody>
          <a:bodyPr rtlCol="0">
            <a:noAutofit/>
          </a:bodyPr>
          <a:lstStyle>
            <a:lvl1pPr>
              <a:lnSpc>
                <a:spcPct val="150000"/>
              </a:lnSpc>
              <a:spcBef>
                <a:spcPts val="1000"/>
              </a:spcBef>
              <a:defRPr sz="4000" cap="all" spc="300" baseline="0"/>
            </a:lvl1pPr>
          </a:lstStyle>
          <a:p>
            <a:pPr rtl="0"/>
            <a:r>
              <a:rPr lang="pt-BR" noProof="0"/>
              <a:t>Clique para editar os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302243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912AA41C-A030-4521-8130-6A8E4543F2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prstGeom prst="parallelogram">
            <a:avLst/>
          </a:prstGeo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C83D428-B974-43F4-9246-0A2EECA11A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68819" y="642927"/>
            <a:ext cx="4846320" cy="1435947"/>
          </a:xfrm>
        </p:spPr>
        <p:txBody>
          <a:bodyPr rtlCol="0" anchor="t">
            <a:noAutofit/>
          </a:bodyPr>
          <a:lstStyle>
            <a:lvl1pPr algn="l">
              <a:lnSpc>
                <a:spcPct val="150000"/>
              </a:lnSpc>
              <a:spcBef>
                <a:spcPts val="1000"/>
              </a:spcBef>
              <a:defRPr sz="5400" baseline="0"/>
            </a:lvl1pPr>
          </a:lstStyle>
          <a:p>
            <a:pPr rtl="0"/>
            <a:r>
              <a:rPr lang="pt-BR" noProof="0"/>
              <a:t>Título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79732E-D749-40DD-8365-050285187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88F55E23-C4CC-4E9B-80F4-C4BEA6E2D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9D00A38D-CFE8-4333-B9D2-D3E7EACA4F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68820" y="2078875"/>
            <a:ext cx="4114800" cy="3798888"/>
          </a:xfrm>
        </p:spPr>
        <p:txBody>
          <a:bodyPr rtlCol="0">
            <a:noAutofit/>
          </a:bodyPr>
          <a:lstStyle>
            <a:lvl1pPr marL="0" indent="0">
              <a:buNone/>
              <a:defRPr sz="1800" spc="300"/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AA8588E-221D-4931-A290-C5C418443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8820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657425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ço Reservado para Texto 19">
            <a:extLst>
              <a:ext uri="{FF2B5EF4-FFF2-40B4-BE49-F238E27FC236}">
                <a16:creationId xmlns:a16="http://schemas.microsoft.com/office/drawing/2014/main" id="{E5539E44-E270-49B4-8B0A-07870325AA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25539" y="1546138"/>
            <a:ext cx="4023360" cy="464871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sz="1400" spc="300" baseline="0" dirty="0">
                <a:solidFill>
                  <a:schemeClr val="lt1"/>
                </a:solidFill>
              </a:defRPr>
            </a:lvl1pPr>
          </a:lstStyle>
          <a:p>
            <a:pPr marL="0" lvl="0" algn="ctr" rtl="0"/>
            <a:r>
              <a:rPr lang="pt-BR" noProof="0"/>
              <a:t>CLIQUE PARA EDITAR OS ESTILOS DE TEXTO MESTRE</a:t>
            </a:r>
          </a:p>
        </p:txBody>
      </p:sp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186FE9B2-6286-484B-8943-95EE0B6B02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16550" cy="6846932"/>
          </a:xfr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7D4E8708-8565-4A5B-9D9E-1D4F40EAF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6" name="Espaço Reservado para Conteúdo 8">
            <a:extLst>
              <a:ext uri="{FF2B5EF4-FFF2-40B4-BE49-F238E27FC236}">
                <a16:creationId xmlns:a16="http://schemas.microsoft.com/office/drawing/2014/main" id="{42436126-0370-4532-A8AD-D20897982AD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2799617"/>
            <a:ext cx="4646246" cy="2218585"/>
          </a:xfrm>
        </p:spPr>
        <p:txBody>
          <a:bodyPr rtlCol="0">
            <a:noAutofit/>
          </a:bodyPr>
          <a:lstStyle>
            <a:lvl1pPr>
              <a:defRPr/>
            </a:lvl1pPr>
          </a:lstStyle>
          <a:p>
            <a:pPr marL="0" indent="0" rtl="0">
              <a:lnSpc>
                <a:spcPct val="100000"/>
              </a:lnSpc>
              <a:buNone/>
            </a:pPr>
            <a:r>
              <a:rPr lang="pt-BR" sz="1600" noProof="0">
                <a:cs typeface="Biome Light" panose="020B0303030204020804" pitchFamily="34" charset="0"/>
              </a:rPr>
              <a:t>Clique para editar o estilo do texto mestre.</a:t>
            </a:r>
          </a:p>
          <a:p>
            <a:pPr marL="0" indent="0" rtl="0">
              <a:buNone/>
            </a:pPr>
            <a:endParaRPr lang="pt-BR" noProof="0"/>
          </a:p>
        </p:txBody>
      </p:sp>
      <p:sp>
        <p:nvSpPr>
          <p:cNvPr id="17" name="Espaço Reservado para o Número do Slide 70">
            <a:extLst>
              <a:ext uri="{FF2B5EF4-FFF2-40B4-BE49-F238E27FC236}">
                <a16:creationId xmlns:a16="http://schemas.microsoft.com/office/drawing/2014/main" id="{AEC105AD-E933-4969-B038-0ABD6F013167}"/>
              </a:ext>
            </a:extLst>
          </p:cNvPr>
          <p:cNvSpPr txBox="1">
            <a:spLocks/>
          </p:cNvSpPr>
          <p:nvPr userDrawn="1"/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8C2E478F-E849-4A8C-AF1F-CBCC78A7CBFA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B0E4A3-5566-43FE-A59F-2C4F4FE7F3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12037"/>
            <a:ext cx="5897218" cy="884238"/>
          </a:xfrm>
        </p:spPr>
        <p:txBody>
          <a:bodyPr lIns="91440" rIns="91440" rtlCol="0" anchor="t">
            <a:noAutofit/>
          </a:bodyPr>
          <a:lstStyle>
            <a:lvl1pPr algn="l">
              <a:lnSpc>
                <a:spcPct val="150000"/>
              </a:lnSpc>
              <a:spcBef>
                <a:spcPts val="1000"/>
              </a:spcBef>
              <a:defRPr sz="32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850621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bra de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912AA41C-A030-4521-8130-6A8E4543F2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67922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242487 w 6096000"/>
              <a:gd name="connsiteY2" fmla="*/ 6833286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67922"/>
              <a:gd name="connsiteX1" fmla="*/ 6096000 w 6096000"/>
              <a:gd name="connsiteY1" fmla="*/ 0 h 6867922"/>
              <a:gd name="connsiteX2" fmla="*/ 4228633 w 6096000"/>
              <a:gd name="connsiteY2" fmla="*/ 6867922 h 6867922"/>
              <a:gd name="connsiteX3" fmla="*/ 0 w 6096000"/>
              <a:gd name="connsiteY3" fmla="*/ 6858000 h 6867922"/>
              <a:gd name="connsiteX4" fmla="*/ 0 w 6096000"/>
              <a:gd name="connsiteY4" fmla="*/ 0 h 6867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67922">
                <a:moveTo>
                  <a:pt x="0" y="0"/>
                </a:moveTo>
                <a:lnTo>
                  <a:pt x="6096000" y="0"/>
                </a:lnTo>
                <a:lnTo>
                  <a:pt x="4228633" y="6867922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ABA725B-4BCB-1D48-9C5D-46706B1871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262871"/>
            <a:ext cx="5251450" cy="1661297"/>
          </a:xfrm>
        </p:spPr>
        <p:txBody>
          <a:bodyPr rtlCol="0" anchor="b"/>
          <a:lstStyle>
            <a:lvl1pPr algn="l">
              <a:defRPr sz="6000" spc="300"/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93C356F-E483-4AFD-856C-13BB8E8A560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4378134"/>
            <a:ext cx="5251450" cy="365125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60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79732E-D749-40DD-8365-050285187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88F55E23-C4CC-4E9B-80F4-C4BEA6E2D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075705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4074E6-E39E-4D19-B91F-8E84F37CBF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92279" y="365125"/>
            <a:ext cx="4018722" cy="573989"/>
          </a:xfrm>
        </p:spPr>
        <p:txBody>
          <a:bodyPr lIns="0" rIns="0" rtlCol="0">
            <a:noAutofit/>
          </a:bodyPr>
          <a:lstStyle>
            <a:lvl1pPr algn="l">
              <a:defRPr sz="3200" spc="300"/>
            </a:lvl1pPr>
          </a:lstStyle>
          <a:p>
            <a:pPr rtl="0"/>
            <a:r>
              <a:rPr lang="pt-BR" noProof="0"/>
              <a:t>TÍTULO DO SLIDE AQUI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7D1B16-7058-45AD-9B19-E19CAF96683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92279" y="1263841"/>
            <a:ext cx="4018722" cy="4636392"/>
          </a:xfrm>
        </p:spPr>
        <p:txBody>
          <a:bodyPr lIns="0" rIns="0" rtlCol="0">
            <a:noAutofit/>
          </a:bodyPr>
          <a:lstStyle>
            <a:lvl1pPr>
              <a:lnSpc>
                <a:spcPct val="150000"/>
              </a:lnSpc>
              <a:spcBef>
                <a:spcPts val="500"/>
              </a:spcBef>
              <a:defRPr sz="1600"/>
            </a:lvl1pPr>
            <a:lvl2pPr>
              <a:lnSpc>
                <a:spcPct val="150000"/>
              </a:lnSpc>
              <a:spcBef>
                <a:spcPts val="500"/>
              </a:spcBef>
              <a:defRPr sz="1400"/>
            </a:lvl2pPr>
            <a:lvl3pPr>
              <a:lnSpc>
                <a:spcPct val="150000"/>
              </a:lnSpc>
              <a:spcBef>
                <a:spcPts val="500"/>
              </a:spcBef>
              <a:defRPr sz="1400"/>
            </a:lvl3pPr>
            <a:lvl4pPr>
              <a:lnSpc>
                <a:spcPct val="150000"/>
              </a:lnSpc>
              <a:spcBef>
                <a:spcPts val="500"/>
              </a:spcBef>
              <a:defRPr sz="1200"/>
            </a:lvl4pPr>
            <a:lvl5pPr>
              <a:lnSpc>
                <a:spcPct val="150000"/>
              </a:lnSpc>
              <a:spcBef>
                <a:spcPts val="500"/>
              </a:spcBef>
              <a:defRPr sz="1200"/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9" name="Espaço Reservado para o Número do Slide 5">
            <a:extLst>
              <a:ext uri="{FF2B5EF4-FFF2-40B4-BE49-F238E27FC236}">
                <a16:creationId xmlns:a16="http://schemas.microsoft.com/office/drawing/2014/main" id="{3DEB48E0-328C-45EE-A8BD-90E6AB2610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D7CA175D-816E-4F70-96CC-8A1FD0EB1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36600" y="3651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Imagem 4">
            <a:extLst>
              <a:ext uri="{FF2B5EF4-FFF2-40B4-BE49-F238E27FC236}">
                <a16:creationId xmlns:a16="http://schemas.microsoft.com/office/drawing/2014/main" id="{323519C8-24DE-471D-85A9-7A8AFACEC4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051300" y="3651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0" name="Espaço Reservado para Imagem 4">
            <a:extLst>
              <a:ext uri="{FF2B5EF4-FFF2-40B4-BE49-F238E27FC236}">
                <a16:creationId xmlns:a16="http://schemas.microsoft.com/office/drawing/2014/main" id="{547F0F1E-7AF5-4B76-928C-7B28010C4F9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36600" y="24225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Imagem 4">
            <a:extLst>
              <a:ext uri="{FF2B5EF4-FFF2-40B4-BE49-F238E27FC236}">
                <a16:creationId xmlns:a16="http://schemas.microsoft.com/office/drawing/2014/main" id="{063D0E8E-9491-4AF0-918D-A0B782C5FD6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051300" y="24225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Espaço Reservado para Imagem 4">
            <a:extLst>
              <a:ext uri="{FF2B5EF4-FFF2-40B4-BE49-F238E27FC236}">
                <a16:creationId xmlns:a16="http://schemas.microsoft.com/office/drawing/2014/main" id="{042F54CB-9200-4D74-968A-0A3E5871D9E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6600" y="44799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3" name="Espaço Reservado para Imagem 4">
            <a:extLst>
              <a:ext uri="{FF2B5EF4-FFF2-40B4-BE49-F238E27FC236}">
                <a16:creationId xmlns:a16="http://schemas.microsoft.com/office/drawing/2014/main" id="{1D925119-27E3-496E-86BC-23416F94FB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51300" y="44799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DF93AF7-D4DC-42B5-8A4F-B5F3ABBB0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81678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 rtl="0"/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06347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345D17-D652-4766-B11C-2E8D8390D9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519" y="767791"/>
            <a:ext cx="11002962" cy="823913"/>
          </a:xfrm>
        </p:spPr>
        <p:txBody>
          <a:bodyPr rtlCol="0">
            <a:noAutofit/>
          </a:bodyPr>
          <a:lstStyle>
            <a:lvl1pPr>
              <a:defRPr sz="4800" spc="3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BC7A58C-70BA-43E5-BD90-83ADB63B0C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0F8A60B7-2499-42C6-8A74-ACDAE24574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03126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635FD8-712D-4EE2-A5B6-3DD8DE9C25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179BAC-E989-4203-B9B4-662803654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38600" y="4607137"/>
            <a:ext cx="4114800" cy="4214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>
            <a:noAutofit/>
          </a:bodyPr>
          <a:lstStyle>
            <a:lvl1pPr>
              <a:defRPr sz="1400" spc="300" baseline="0">
                <a:latin typeface="+mn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60CCC81E-A013-4315-AD13-97BA3AA955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8756" y="1569719"/>
            <a:ext cx="9234488" cy="2651443"/>
          </a:xfrm>
        </p:spPr>
        <p:txBody>
          <a:bodyPr rtlCol="0">
            <a:noAutofit/>
          </a:bodyPr>
          <a:lstStyle>
            <a:lvl1pPr marL="0" indent="0" algn="ctr">
              <a:buNone/>
              <a:defRPr sz="3200"/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3985644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2">
            <a:extLst>
              <a:ext uri="{FF2B5EF4-FFF2-40B4-BE49-F238E27FC236}">
                <a16:creationId xmlns:a16="http://schemas.microsoft.com/office/drawing/2014/main" id="{0EF11611-8537-47CC-87AC-2E25428B7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519" y="1"/>
            <a:ext cx="11002962" cy="1623218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pt-BR" sz="4800" noProof="0"/>
              <a:t>Clique para editar o estilo de título Mestre</a:t>
            </a:r>
          </a:p>
        </p:txBody>
      </p:sp>
      <p:sp>
        <p:nvSpPr>
          <p:cNvPr id="19" name="Espaço Reservado para Imagem 17">
            <a:extLst>
              <a:ext uri="{FF2B5EF4-FFF2-40B4-BE49-F238E27FC236}">
                <a16:creationId xmlns:a16="http://schemas.microsoft.com/office/drawing/2014/main" id="{D1A63A52-1E65-414B-BBC3-D31F515791A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78601" y="1638300"/>
            <a:ext cx="5156200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7">
            <a:extLst>
              <a:ext uri="{FF2B5EF4-FFF2-40B4-BE49-F238E27FC236}">
                <a16:creationId xmlns:a16="http://schemas.microsoft.com/office/drawing/2014/main" id="{ED7E0E1A-1E64-4A9A-9C8B-69486BD112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9900" y="1638300"/>
            <a:ext cx="5156200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0" name="Espaço reservado para texto 3">
            <a:extLst>
              <a:ext uri="{FF2B5EF4-FFF2-40B4-BE49-F238E27FC236}">
                <a16:creationId xmlns:a16="http://schemas.microsoft.com/office/drawing/2014/main" id="{1E462965-19D7-4A65-B394-9AE76A5B480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9107" y="3864355"/>
            <a:ext cx="5157787" cy="494506"/>
          </a:xfrm>
        </p:spPr>
        <p:txBody>
          <a:bodyPr rtlCol="0">
            <a:noAutofit/>
          </a:bodyPr>
          <a:lstStyle>
            <a:lvl1pPr marL="0" indent="0">
              <a:buNone/>
              <a:defRPr sz="2400"/>
            </a:lvl1pPr>
          </a:lstStyle>
          <a:p>
            <a:pPr lvl="0" rtl="0"/>
            <a:r>
              <a:rPr lang="pt-BR" spc="3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FAEC14D1-0BEA-4D9A-9D96-A56B6A9B07A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69107" y="4531139"/>
            <a:ext cx="5157787" cy="2039144"/>
          </a:xfrm>
        </p:spPr>
        <p:txBody>
          <a:bodyPr rtlCol="0">
            <a:noAutofit/>
          </a:bodyPr>
          <a:lstStyle/>
          <a:p>
            <a:pPr lvl="0"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12" name="Espaço Reservado para Texto 5">
            <a:extLst>
              <a:ext uri="{FF2B5EF4-FFF2-40B4-BE49-F238E27FC236}">
                <a16:creationId xmlns:a16="http://schemas.microsoft.com/office/drawing/2014/main" id="{1507BB47-1AB4-42F2-99FF-453A0622B81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565107" y="3864355"/>
            <a:ext cx="5183188" cy="494506"/>
          </a:xfrm>
        </p:spPr>
        <p:txBody>
          <a:bodyPr rtlCol="0">
            <a:noAutofit/>
          </a:bodyPr>
          <a:lstStyle>
            <a:lvl1pPr marL="0" indent="0">
              <a:buNone/>
              <a:defRPr sz="2400"/>
            </a:lvl1pPr>
          </a:lstStyle>
          <a:p>
            <a:pPr lvl="0" rtl="0"/>
            <a:r>
              <a:rPr lang="pt-BR" spc="3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14" name="Espaço Reservado para Conteúdo 6">
            <a:extLst>
              <a:ext uri="{FF2B5EF4-FFF2-40B4-BE49-F238E27FC236}">
                <a16:creationId xmlns:a16="http://schemas.microsoft.com/office/drawing/2014/main" id="{438D6EEA-A0DB-4B5F-8F41-A9C1F2C094C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565107" y="4531139"/>
            <a:ext cx="5183188" cy="2039144"/>
          </a:xfrm>
        </p:spPr>
        <p:txBody>
          <a:bodyPr rtlCol="0">
            <a:noAutofit/>
          </a:bodyPr>
          <a:lstStyle/>
          <a:p>
            <a:pPr lvl="0"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20" name="Espaço Reservado para o Número do Slide 5">
            <a:extLst>
              <a:ext uri="{FF2B5EF4-FFF2-40B4-BE49-F238E27FC236}">
                <a16:creationId xmlns:a16="http://schemas.microsoft.com/office/drawing/2014/main" id="{A4909F59-7529-454A-A1EF-3CC1EADE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49269" y="6468303"/>
            <a:ext cx="443948" cy="365125"/>
          </a:xfrm>
        </p:spPr>
        <p:txBody>
          <a:bodyPr rtlCol="0">
            <a:noAutofit/>
          </a:bodyPr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70436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2">
            <a:extLst>
              <a:ext uri="{FF2B5EF4-FFF2-40B4-BE49-F238E27FC236}">
                <a16:creationId xmlns:a16="http://schemas.microsoft.com/office/drawing/2014/main" id="{6186F91B-547E-43BC-9BCE-04619DAAFE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519" y="1"/>
            <a:ext cx="11002962" cy="1623218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pt-BR" sz="4800" noProof="0"/>
              <a:t>Clique para editar o estilo de título Mestre</a:t>
            </a:r>
          </a:p>
        </p:txBody>
      </p:sp>
      <p:sp>
        <p:nvSpPr>
          <p:cNvPr id="28" name="Espaço Reservado para Texto 27">
            <a:extLst>
              <a:ext uri="{FF2B5EF4-FFF2-40B4-BE49-F238E27FC236}">
                <a16:creationId xmlns:a16="http://schemas.microsoft.com/office/drawing/2014/main" id="{D635DFA1-45D2-4EFE-8BB2-BE96634669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0121" y="3669506"/>
            <a:ext cx="3108326" cy="2566988"/>
          </a:xfrm>
        </p:spPr>
        <p:txBody>
          <a:bodyPr rtlCol="0">
            <a:noAutofit/>
          </a:bodyPr>
          <a:lstStyle>
            <a:lvl1pPr marL="0" indent="0">
              <a:buFont typeface="Wingdings" panose="05000000000000000000" pitchFamily="2" charset="2"/>
              <a:buNone/>
              <a:defRPr sz="2400" spc="300"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 rtl="0"/>
            <a:r>
              <a:rPr lang="pt-BR" noProof="0" dirty="0"/>
              <a:t>CLIQUE PARA EDITAR OS ESTILOS DE TEXTO MESTRE</a:t>
            </a:r>
          </a:p>
          <a:p>
            <a:pPr lvl="1" rtl="0"/>
            <a:r>
              <a:rPr lang="pt-BR" noProof="0" dirty="0"/>
              <a:t>Segundo nível</a:t>
            </a:r>
          </a:p>
          <a:p>
            <a:pPr lvl="2" rtl="0"/>
            <a:r>
              <a:rPr lang="pt-BR" noProof="0" dirty="0"/>
              <a:t>Terceiro nível</a:t>
            </a:r>
          </a:p>
          <a:p>
            <a:pPr lvl="3" rtl="0"/>
            <a:r>
              <a:rPr lang="pt-BR" noProof="0" dirty="0"/>
              <a:t>Quarto nível</a:t>
            </a:r>
          </a:p>
          <a:p>
            <a:pPr lvl="4" rtl="0"/>
            <a:r>
              <a:rPr lang="pt-BR" noProof="0" dirty="0"/>
              <a:t>Quinto nível</a:t>
            </a:r>
          </a:p>
        </p:txBody>
      </p:sp>
      <p:sp>
        <p:nvSpPr>
          <p:cNvPr id="24" name="Espaço Reservado para Imagem 23">
            <a:extLst>
              <a:ext uri="{FF2B5EF4-FFF2-40B4-BE49-F238E27FC236}">
                <a16:creationId xmlns:a16="http://schemas.microsoft.com/office/drawing/2014/main" id="{2F2918FE-A84E-4303-AEF3-4FD66CDD73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0438" y="1624013"/>
            <a:ext cx="3108325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5" name="Espaço Reservado para Imagem 23">
            <a:extLst>
              <a:ext uri="{FF2B5EF4-FFF2-40B4-BE49-F238E27FC236}">
                <a16:creationId xmlns:a16="http://schemas.microsoft.com/office/drawing/2014/main" id="{E2401025-9BC9-4BDD-97DA-CA763CF846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42155" y="1623219"/>
            <a:ext cx="3108325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6" name="Espaço Reservado para Imagem 23">
            <a:extLst>
              <a:ext uri="{FF2B5EF4-FFF2-40B4-BE49-F238E27FC236}">
                <a16:creationId xmlns:a16="http://schemas.microsoft.com/office/drawing/2014/main" id="{B7C4AAB6-897A-4ABD-AD50-2D86B197E9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22920" y="1623219"/>
            <a:ext cx="3108325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9" name="Espaço Reservado para Texto 27">
            <a:extLst>
              <a:ext uri="{FF2B5EF4-FFF2-40B4-BE49-F238E27FC236}">
                <a16:creationId xmlns:a16="http://schemas.microsoft.com/office/drawing/2014/main" id="{790D65EC-6EB4-4594-91E9-5C3DE7C3BA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41837" y="3681412"/>
            <a:ext cx="3108326" cy="2566988"/>
          </a:xfrm>
        </p:spPr>
        <p:txBody>
          <a:bodyPr rtlCol="0">
            <a:noAutofit/>
          </a:bodyPr>
          <a:lstStyle>
            <a:lvl1pPr marL="0" indent="0">
              <a:buFont typeface="Wingdings" panose="05000000000000000000" pitchFamily="2" charset="2"/>
              <a:buNone/>
              <a:defRPr sz="2400" spc="300"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 rtl="0"/>
            <a:r>
              <a:rPr lang="pt-BR" noProof="0"/>
              <a:t>CLIQUE PARA EDITAR OS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30" name="Espaço Reservado para Texto 27">
            <a:extLst>
              <a:ext uri="{FF2B5EF4-FFF2-40B4-BE49-F238E27FC236}">
                <a16:creationId xmlns:a16="http://schemas.microsoft.com/office/drawing/2014/main" id="{611CF730-D055-47C2-A626-299F429D4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2919" y="3681412"/>
            <a:ext cx="3108326" cy="2566988"/>
          </a:xfrm>
        </p:spPr>
        <p:txBody>
          <a:bodyPr rtlCol="0">
            <a:noAutofit/>
          </a:bodyPr>
          <a:lstStyle>
            <a:lvl1pPr marL="0" indent="0">
              <a:buFont typeface="Wingdings" panose="05000000000000000000" pitchFamily="2" charset="2"/>
              <a:buNone/>
              <a:defRPr sz="2400" spc="300"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 rtl="0"/>
            <a:r>
              <a:rPr lang="pt-BR" noProof="0"/>
              <a:t>CLIQUE PARA EDITAR OS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31" name="Espaço reservado para o número do slide 5">
            <a:extLst>
              <a:ext uri="{FF2B5EF4-FFF2-40B4-BE49-F238E27FC236}">
                <a16:creationId xmlns:a16="http://schemas.microsoft.com/office/drawing/2014/main" id="{F09E06A6-BFDD-42BD-BA69-2CD3BEF0F73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49269" y="6468303"/>
            <a:ext cx="443948" cy="365125"/>
          </a:xfrm>
        </p:spPr>
        <p:txBody>
          <a:bodyPr rtlCol="0">
            <a:noAutofit/>
          </a:bodyPr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40891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186FE9B2-6286-484B-8943-95EE0B6B02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16550" cy="6858000"/>
          </a:xfr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7D4E8708-8565-4A5B-9D9E-1D4F40EAF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6" name="Espaço Reservado para Conteúdo 8">
            <a:extLst>
              <a:ext uri="{FF2B5EF4-FFF2-40B4-BE49-F238E27FC236}">
                <a16:creationId xmlns:a16="http://schemas.microsoft.com/office/drawing/2014/main" id="{42436126-0370-4532-A8AD-D20897982AD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1661160"/>
            <a:ext cx="4646246" cy="2218585"/>
          </a:xfrm>
        </p:spPr>
        <p:txBody>
          <a:bodyPr rtlCol="0">
            <a:noAutofit/>
          </a:bodyPr>
          <a:lstStyle>
            <a:lvl1pPr>
              <a:defRPr/>
            </a:lvl1pPr>
          </a:lstStyle>
          <a:p>
            <a:pPr marL="0" indent="0" rtl="0">
              <a:lnSpc>
                <a:spcPct val="100000"/>
              </a:lnSpc>
              <a:buNone/>
            </a:pPr>
            <a:r>
              <a:rPr lang="pt-BR" sz="1600" noProof="0">
                <a:cs typeface="Biome Light" panose="020B0303030204020804" pitchFamily="34" charset="0"/>
              </a:rPr>
              <a:t>Clique para editar o estilo do texto mestre.</a:t>
            </a:r>
          </a:p>
          <a:p>
            <a:pPr marL="0" indent="0" rtl="0">
              <a:buNone/>
            </a:pPr>
            <a:endParaRPr lang="pt-BR" noProof="0"/>
          </a:p>
        </p:txBody>
      </p:sp>
      <p:sp>
        <p:nvSpPr>
          <p:cNvPr id="17" name="Espaço Reservado para o Número do Slide 70">
            <a:extLst>
              <a:ext uri="{FF2B5EF4-FFF2-40B4-BE49-F238E27FC236}">
                <a16:creationId xmlns:a16="http://schemas.microsoft.com/office/drawing/2014/main" id="{AEC105AD-E933-4969-B038-0ABD6F013167}"/>
              </a:ext>
            </a:extLst>
          </p:cNvPr>
          <p:cNvSpPr txBox="1">
            <a:spLocks/>
          </p:cNvSpPr>
          <p:nvPr userDrawn="1"/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8C2E478F-E849-4A8C-AF1F-CBCC78A7CBFA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6CDEBF2-B5C9-4887-B717-81C3D1A73C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12037"/>
            <a:ext cx="5897218" cy="884238"/>
          </a:xfrm>
        </p:spPr>
        <p:txBody>
          <a:bodyPr lIns="91440" rIns="91440" rtlCol="0" anchor="t">
            <a:noAutofit/>
          </a:bodyPr>
          <a:lstStyle>
            <a:lvl1pPr algn="l">
              <a:lnSpc>
                <a:spcPct val="150000"/>
              </a:lnSpc>
              <a:spcBef>
                <a:spcPts val="1000"/>
              </a:spcBef>
              <a:defRPr sz="32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16A7FA3-8C13-4E5A-88C4-4357C8ACD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07044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50423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chamen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635FD8-712D-4EE2-A5B6-3DD8DE9C25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D9074D0F-754F-4F2C-A410-F222D2D2346E}"/>
              </a:ext>
            </a:extLst>
          </p:cNvPr>
          <p:cNvSpPr>
            <a:spLocks noGrp="1"/>
          </p:cNvSpPr>
          <p:nvPr>
            <p:ph type="title" idx="4294967295" hasCustomPrompt="1"/>
          </p:nvPr>
        </p:nvSpPr>
        <p:spPr>
          <a:xfrm>
            <a:off x="702365" y="1660810"/>
            <a:ext cx="10787270" cy="830649"/>
          </a:xfrm>
        </p:spPr>
        <p:txBody>
          <a:bodyPr rtlCol="0">
            <a:noAutofit/>
          </a:bodyPr>
          <a:lstStyle/>
          <a:p>
            <a:pPr rtl="0"/>
            <a:r>
              <a:rPr lang="pt-BR" sz="4000" spc="300" noProof="0"/>
              <a:t>Clique para editar o estilo de título Mestre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F80209DF-C4D9-43B8-AA05-F5361915304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12343" y="5137992"/>
            <a:ext cx="5167313" cy="518795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1" name="Espaço Reservado para Texto 13">
            <a:extLst>
              <a:ext uri="{FF2B5EF4-FFF2-40B4-BE49-F238E27FC236}">
                <a16:creationId xmlns:a16="http://schemas.microsoft.com/office/drawing/2014/main" id="{1D89734B-03E0-4ADE-8F62-C819F3E976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194" y="3903126"/>
            <a:ext cx="3064668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32" name="Espaço Reservado para Texto 13">
            <a:extLst>
              <a:ext uri="{FF2B5EF4-FFF2-40B4-BE49-F238E27FC236}">
                <a16:creationId xmlns:a16="http://schemas.microsoft.com/office/drawing/2014/main" id="{85971F4D-8B59-4B3E-9169-64E0EF1BA8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63664" y="3893330"/>
            <a:ext cx="3064668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33" name="Espaço Reservado para Texto 13">
            <a:extLst>
              <a:ext uri="{FF2B5EF4-FFF2-40B4-BE49-F238E27FC236}">
                <a16:creationId xmlns:a16="http://schemas.microsoft.com/office/drawing/2014/main" id="{90B19777-E2ED-419C-B486-857117FD081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39138" y="3903126"/>
            <a:ext cx="3064668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34" name="Espaço Reservado para Imagem Online 33">
            <a:extLst>
              <a:ext uri="{FF2B5EF4-FFF2-40B4-BE49-F238E27FC236}">
                <a16:creationId xmlns:a16="http://schemas.microsoft.com/office/drawing/2014/main" id="{1A58EB44-F532-4998-B316-61C738C37BF5}"/>
              </a:ext>
            </a:extLst>
          </p:cNvPr>
          <p:cNvSpPr>
            <a:spLocks noGrp="1"/>
          </p:cNvSpPr>
          <p:nvPr>
            <p:ph type="clipArt" sz="quarter" idx="19" hasCustomPrompt="1"/>
          </p:nvPr>
        </p:nvSpPr>
        <p:spPr>
          <a:xfrm>
            <a:off x="1754768" y="3098985"/>
            <a:ext cx="731520" cy="731520"/>
          </a:xfr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rtl="0"/>
            <a:r>
              <a:rPr lang="pt-BR" noProof="0"/>
              <a:t>Ícone</a:t>
            </a:r>
          </a:p>
        </p:txBody>
      </p:sp>
      <p:sp>
        <p:nvSpPr>
          <p:cNvPr id="35" name="Espaço Reservado para Imagem Online 33">
            <a:extLst>
              <a:ext uri="{FF2B5EF4-FFF2-40B4-BE49-F238E27FC236}">
                <a16:creationId xmlns:a16="http://schemas.microsoft.com/office/drawing/2014/main" id="{33763C3C-3545-40BD-9B2C-DC4C0E4CE819}"/>
              </a:ext>
            </a:extLst>
          </p:cNvPr>
          <p:cNvSpPr>
            <a:spLocks noGrp="1"/>
          </p:cNvSpPr>
          <p:nvPr>
            <p:ph type="clipArt" sz="quarter" idx="20" hasCustomPrompt="1"/>
          </p:nvPr>
        </p:nvSpPr>
        <p:spPr>
          <a:xfrm>
            <a:off x="5730240" y="3098985"/>
            <a:ext cx="731520" cy="731520"/>
          </a:xfr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rtl="0"/>
            <a:r>
              <a:rPr lang="pt-BR" noProof="0"/>
              <a:t>Ícone</a:t>
            </a:r>
          </a:p>
        </p:txBody>
      </p:sp>
      <p:sp>
        <p:nvSpPr>
          <p:cNvPr id="36" name="Espaço Reservado para Imagem Online 33">
            <a:extLst>
              <a:ext uri="{FF2B5EF4-FFF2-40B4-BE49-F238E27FC236}">
                <a16:creationId xmlns:a16="http://schemas.microsoft.com/office/drawing/2014/main" id="{1C5D3777-17F3-4225-8C52-2EF1DB4FD54A}"/>
              </a:ext>
            </a:extLst>
          </p:cNvPr>
          <p:cNvSpPr>
            <a:spLocks noGrp="1"/>
          </p:cNvSpPr>
          <p:nvPr>
            <p:ph type="clipArt" sz="quarter" idx="21" hasCustomPrompt="1"/>
          </p:nvPr>
        </p:nvSpPr>
        <p:spPr>
          <a:xfrm>
            <a:off x="9705712" y="3098985"/>
            <a:ext cx="731520" cy="731520"/>
          </a:xfr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rtl="0"/>
            <a:r>
              <a:rPr lang="pt-BR" noProof="0"/>
              <a:t>Ícone</a:t>
            </a:r>
          </a:p>
        </p:txBody>
      </p:sp>
    </p:spTree>
    <p:extLst>
      <p:ext uri="{BB962C8B-B14F-4D97-AF65-F5344CB8AC3E}">
        <p14:creationId xmlns:p14="http://schemas.microsoft.com/office/powerpoint/2010/main" val="25908279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305F96C-D634-4A69-95EC-3D002BD68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519" y="365125"/>
            <a:ext cx="11002962" cy="8239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7757E98-D0FB-43E3-98BC-711F6A2F5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519" y="1365813"/>
            <a:ext cx="10989920" cy="48111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A65B72-2E86-4BA3-94F2-3ADFA40B7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73C1F3FD-3DB9-46B7-85E1-E8B8878A4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018398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D24B42B-925B-494C-A986-BD85E811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727" y="1564105"/>
            <a:ext cx="6514490" cy="2636281"/>
          </a:xfrm>
        </p:spPr>
        <p:txBody>
          <a:bodyPr rtlCol="0">
            <a:normAutofit fontScale="90000"/>
          </a:bodyPr>
          <a:lstStyle/>
          <a:p>
            <a:pPr rtl="0"/>
            <a:r>
              <a:rPr lang="pt-BR" dirty="0"/>
              <a:t>Funcionalidades módulo TRATAMENTO</a:t>
            </a:r>
          </a:p>
        </p:txBody>
      </p:sp>
      <p:pic>
        <p:nvPicPr>
          <p:cNvPr id="8" name="Espaço Reservado para Imagem 7" descr="detalhe de um código de computador">
            <a:extLst>
              <a:ext uri="{FF2B5EF4-FFF2-40B4-BE49-F238E27FC236}">
                <a16:creationId xmlns:a16="http://schemas.microsoft.com/office/drawing/2014/main" id="{A596BF19-CC58-4709-B5D6-3FC378FDC7B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0370" r="20370"/>
          <a:stretch/>
        </p:blipFill>
        <p:spPr>
          <a:xfrm>
            <a:off x="-1" y="0"/>
            <a:ext cx="5618747" cy="6867922"/>
          </a:xfrm>
        </p:spPr>
      </p:pic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B156CAF1-214F-4566-9B0D-DACA1063E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36145" y="6264197"/>
            <a:ext cx="3090176" cy="365125"/>
          </a:xfrm>
        </p:spPr>
        <p:txBody>
          <a:bodyPr rtlCol="0"/>
          <a:lstStyle/>
          <a:p>
            <a:pPr rtl="0"/>
            <a:r>
              <a:rPr lang="pt-BR" dirty="0"/>
              <a:t>Vamos Mergulhar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C6A5C12-E784-444E-B868-DE2AE857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C2E478F-E849-4A8C-AF1F-CBCC78A7CBFA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1681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2">
            <a:extLst>
              <a:ext uri="{FF2B5EF4-FFF2-40B4-BE49-F238E27FC236}">
                <a16:creationId xmlns:a16="http://schemas.microsoft.com/office/drawing/2014/main" id="{93863800-85E5-44A7-96E9-521CE882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>
            <a:normAutofit/>
          </a:bodyPr>
          <a:lstStyle/>
          <a:p>
            <a:r>
              <a:rPr lang="pt-BR" sz="4800" spc="300" dirty="0"/>
              <a:t>FUNCIONALIDADE 1 – Quadro de Informações</a:t>
            </a:r>
            <a:endParaRPr lang="pt-BR" sz="4800" spc="300" dirty="0">
              <a:cs typeface="Calibri Light"/>
            </a:endParaRP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8E69FE38-B9E0-4441-8A00-92DDB88D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C2E478F-E849-4A8C-AF1F-CBCC78A7CBFA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C1DA4361-2821-41FD-AD77-228CCC7AE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653" y="1808747"/>
            <a:ext cx="8176590" cy="459933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0105A779-7A58-4222-ABB7-2C277EC26FCD}"/>
              </a:ext>
            </a:extLst>
          </p:cNvPr>
          <p:cNvSpPr txBox="1"/>
          <p:nvPr/>
        </p:nvSpPr>
        <p:spPr>
          <a:xfrm>
            <a:off x="198783" y="1944875"/>
            <a:ext cx="3140766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Informações sobre o tratamento da Covid-19 de fontes confiáveis;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Percentuais sobre a gravidade dos tratamentos;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Dicas de saúde para pessoas infectadas;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Direcionamento para a funcionalidade 2 do módulo.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265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2">
            <a:extLst>
              <a:ext uri="{FF2B5EF4-FFF2-40B4-BE49-F238E27FC236}">
                <a16:creationId xmlns:a16="http://schemas.microsoft.com/office/drawing/2014/main" id="{93863800-85E5-44A7-96E9-521CE8826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55" y="265547"/>
            <a:ext cx="11002962" cy="1888762"/>
          </a:xfrm>
        </p:spPr>
        <p:txBody>
          <a:bodyPr rtlCol="0" anchor="ctr">
            <a:normAutofit/>
          </a:bodyPr>
          <a:lstStyle/>
          <a:p>
            <a:r>
              <a:rPr lang="pt-BR" sz="4800" spc="300">
                <a:ea typeface="+mj-lt"/>
                <a:cs typeface="+mj-lt"/>
              </a:rPr>
              <a:t>FUNCIONALIDADE 2 – TESTE DE SINTOMAS E NÍVEL DE URGÊNCIA</a:t>
            </a:r>
          </a:p>
          <a:p>
            <a:endParaRPr lang="pt-BR" sz="4800" spc="300" dirty="0">
              <a:cs typeface="Calibri Light"/>
            </a:endParaRP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409A73-2FDB-4725-9558-77B4ACF92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16" y="4233810"/>
            <a:ext cx="5432929" cy="49450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pt-BR" spc="250">
                <a:ea typeface="+mn-lt"/>
                <a:cs typeface="+mn-lt"/>
              </a:rPr>
              <a:t>Cálculo dos sintomas</a:t>
            </a:r>
            <a:endParaRPr lang="pt-BR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5FBB0776-0624-4A97-8BD3-03CF60228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69016" y="4233810"/>
            <a:ext cx="5183188" cy="49450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sz="2000" spc="250">
                <a:ea typeface="+mn-lt"/>
                <a:cs typeface="+mn-lt"/>
              </a:rPr>
              <a:t>Urgência baixa</a:t>
            </a:r>
            <a:endParaRPr lang="pt-BR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6D0F54D-A602-4D35-8BE1-6B9BE8078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9107" y="4889048"/>
            <a:ext cx="5157787" cy="168123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Usuário seleciona seus sintomas </a:t>
            </a:r>
            <a:endParaRPr lang="pt-BR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Nível de gravidade dos sintomas </a:t>
            </a:r>
            <a:endParaRPr lang="pt-BR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Nível de urgência para teste de covid</a:t>
            </a:r>
            <a:endParaRPr lang="pt-BR">
              <a:cs typeface="Calibri"/>
            </a:endParaRP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EFFBC808-1837-4C36-BFF0-135B8C104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61198" y="4889048"/>
            <a:ext cx="5183188" cy="1715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Selecionando alguns sintomas leves, o nível de urgência para fazer um teste de covid é baixo</a:t>
            </a:r>
            <a:endParaRPr lang="pt-BR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Recomendação de monitoramento da saúde, uso de máscaras e álcool em gel e distanciamento socia</a:t>
            </a:r>
            <a:endParaRPr lang="pt-BR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Em caso de piora dos sintomas, entrar em contato com o médico</a:t>
            </a:r>
            <a:endParaRPr lang="pt-BR">
              <a:cs typeface="Calibri"/>
            </a:endParaRP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8E69FE38-B9E0-4441-8A00-92DDB88D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C2E478F-E849-4A8C-AF1F-CBCC78A7CBFA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m 16" descr="Diagrama&#10;&#10;Descrição gerada automaticamente">
            <a:extLst>
              <a:ext uri="{FF2B5EF4-FFF2-40B4-BE49-F238E27FC236}">
                <a16:creationId xmlns:a16="http://schemas.microsoft.com/office/drawing/2014/main" id="{AFCF6FEB-FC5F-4D4E-AAD2-DC43BF4016F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6350" b="6350"/>
          <a:stretch/>
        </p:blipFill>
        <p:spPr>
          <a:xfrm>
            <a:off x="472319" y="2065482"/>
            <a:ext cx="4643362" cy="1984663"/>
          </a:xfrm>
        </p:spPr>
      </p:pic>
      <p:pic>
        <p:nvPicPr>
          <p:cNvPr id="13" name="Imagem 14" descr="Texto, Carta&#10;&#10;Descrição gerada automaticamente">
            <a:extLst>
              <a:ext uri="{FF2B5EF4-FFF2-40B4-BE49-F238E27FC236}">
                <a16:creationId xmlns:a16="http://schemas.microsoft.com/office/drawing/2014/main" id="{189A4D19-39F0-4CA0-95F6-5B0F65B1A45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4"/>
          <a:srcRect t="8006" b="8006"/>
          <a:stretch/>
        </p:blipFill>
        <p:spPr>
          <a:xfrm>
            <a:off x="6460291" y="2157845"/>
            <a:ext cx="4330637" cy="1892300"/>
          </a:xfrm>
        </p:spPr>
      </p:pic>
    </p:spTree>
    <p:extLst>
      <p:ext uri="{BB962C8B-B14F-4D97-AF65-F5344CB8AC3E}">
        <p14:creationId xmlns:p14="http://schemas.microsoft.com/office/powerpoint/2010/main" val="439144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2">
            <a:extLst>
              <a:ext uri="{FF2B5EF4-FFF2-40B4-BE49-F238E27FC236}">
                <a16:creationId xmlns:a16="http://schemas.microsoft.com/office/drawing/2014/main" id="{93863800-85E5-44A7-96E9-521CE882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>
            <a:normAutofit/>
          </a:bodyPr>
          <a:lstStyle/>
          <a:p>
            <a:r>
              <a:rPr lang="pt-BR" sz="4800" spc="300" dirty="0"/>
              <a:t>FUNCIONALIDADE 2 – teste de </a:t>
            </a:r>
            <a:r>
              <a:rPr lang="pt-BR" sz="4800" spc="300"/>
              <a:t>sintomas e nível de urgência</a:t>
            </a:r>
            <a:endParaRPr lang="pt-BR" sz="4800" spc="300">
              <a:cs typeface="Calibri Light"/>
            </a:endParaRP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409A73-2FDB-4725-9558-77B4ACF92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07" y="3864355"/>
            <a:ext cx="5964020" cy="621506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pt-BR" spc="250"/>
              <a:t>NÍVEL DE URGÊNCIA: MODERADO E GRAVE</a:t>
            </a:r>
            <a:endParaRPr lang="pt-BR" spc="250">
              <a:solidFill>
                <a:schemeClr val="tx1"/>
              </a:solidFill>
              <a:cs typeface="Calibri"/>
            </a:endParaRP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5FBB0776-0624-4A97-8BD3-03CF60228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99743" y="3864355"/>
            <a:ext cx="5183188" cy="49450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sz="2000" spc="250">
                <a:cs typeface="Calibri"/>
              </a:rPr>
              <a:t>EM SÍNTESE...</a:t>
            </a:r>
            <a:endParaRPr lang="pt-BR" sz="2000" spc="250" dirty="0">
              <a:cs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6D0F54D-A602-4D35-8BE1-6B9BE807898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lnSpc>
                <a:spcPct val="100000"/>
              </a:lnSpc>
              <a:buFont typeface="Wingdings" panose="020B0604020202020204" pitchFamily="34" charset="0"/>
              <a:buChar char="§"/>
            </a:pPr>
            <a:r>
              <a:rPr lang="pt-BR" sz="1400" dirty="0">
                <a:cs typeface="Calibri"/>
              </a:rPr>
              <a:t>1 sintoma grave e outros comuns ou não: nível de urgência para teste é moderado</a:t>
            </a:r>
            <a:endParaRPr lang="pt-BR"/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cs typeface="Calibri"/>
              </a:rPr>
              <a:t>Todos os sintomas graves e mais outros que forem marcados: nível de urgência para teste é grave.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pt-BR" sz="1400" dirty="0">
              <a:cs typeface="Calibri"/>
            </a:endParaRP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EFFBC808-1837-4C36-BFF0-135B8C1042A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/>
              <a:t>Ainda não existe um tratamento comprovado.</a:t>
            </a:r>
            <a:endParaRPr lang="pt-BR" sz="1400" dirty="0">
              <a:solidFill>
                <a:schemeClr val="tx1"/>
              </a:solidFill>
              <a:cs typeface="Calibri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/>
              <a:t>Outra utilidade que poderia ser estipulada: Análise de dados do teste respondido pelos usuários</a:t>
            </a:r>
            <a:endParaRPr lang="pt-BR" sz="1400" dirty="0">
              <a:cs typeface="Calibri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ea typeface="+mn-lt"/>
                <a:cs typeface="+mn-lt"/>
              </a:rPr>
              <a:t>HTML, CSS, </a:t>
            </a:r>
            <a:r>
              <a:rPr lang="pt-BR" sz="1400" err="1">
                <a:ea typeface="+mn-lt"/>
                <a:cs typeface="+mn-lt"/>
              </a:rPr>
              <a:t>JavaScript</a:t>
            </a:r>
            <a:r>
              <a:rPr lang="pt-BR" sz="1400">
                <a:ea typeface="+mn-lt"/>
                <a:cs typeface="+mn-lt"/>
              </a:rPr>
              <a:t> e API do Google Maps. 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pt-BR" sz="1400" dirty="0">
              <a:cs typeface="Calibri"/>
            </a:endParaRP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8E69FE38-B9E0-4441-8A00-92DDB88D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C2E478F-E849-4A8C-AF1F-CBCC78A7CBFA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m 26" descr="Gráfico, Gráfico de funil&#10;&#10;Descrição gerada automaticamente">
            <a:extLst>
              <a:ext uri="{FF2B5EF4-FFF2-40B4-BE49-F238E27FC236}">
                <a16:creationId xmlns:a16="http://schemas.microsoft.com/office/drawing/2014/main" id="{DBAF0E04-2CD0-4840-92F2-12E217E41A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3267" b="3267"/>
          <a:stretch/>
        </p:blipFill>
        <p:spPr>
          <a:xfrm>
            <a:off x="772913" y="1626755"/>
            <a:ext cx="5035082" cy="2238663"/>
          </a:xfrm>
        </p:spPr>
      </p:pic>
      <p:pic>
        <p:nvPicPr>
          <p:cNvPr id="24" name="Imagem 25" descr="Nível de urgência grave.">
            <a:extLst>
              <a:ext uri="{FF2B5EF4-FFF2-40B4-BE49-F238E27FC236}">
                <a16:creationId xmlns:a16="http://schemas.microsoft.com/office/drawing/2014/main" id="{F8E1C3B6-0773-464D-BC58-D3FEB4C6490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4"/>
          <a:srcRect t="2160" b="2160"/>
          <a:stretch/>
        </p:blipFill>
        <p:spPr>
          <a:xfrm>
            <a:off x="6602636" y="1626755"/>
            <a:ext cx="5154310" cy="2238663"/>
          </a:xfrm>
        </p:spPr>
      </p:pic>
    </p:spTree>
    <p:extLst>
      <p:ext uri="{BB962C8B-B14F-4D97-AF65-F5344CB8AC3E}">
        <p14:creationId xmlns:p14="http://schemas.microsoft.com/office/powerpoint/2010/main" val="1101128156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o Offic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53F52"/>
      </a:accent1>
      <a:accent2>
        <a:srgbClr val="E99757"/>
      </a:accent2>
      <a:accent3>
        <a:srgbClr val="2F3342"/>
      </a:accent3>
      <a:accent4>
        <a:srgbClr val="2C2153"/>
      </a:accent4>
      <a:accent5>
        <a:srgbClr val="01023B"/>
      </a:accent5>
      <a:accent6>
        <a:srgbClr val="7F7F7F"/>
      </a:accent6>
      <a:hlink>
        <a:srgbClr val="3A3838"/>
      </a:hlink>
      <a:folHlink>
        <a:srgbClr val="D0CEC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420166_TF55661986_Win32" id="{BB58C8DE-9511-4B43-8697-806BDB465BDD}" vid="{64A371BB-1EDC-4313-8E20-9F2D9934D461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222</Words>
  <Application>Microsoft Office PowerPoint</Application>
  <PresentationFormat>Widescreen</PresentationFormat>
  <Paragraphs>40</Paragraphs>
  <Slides>4</Slides>
  <Notes>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5" baseType="lpstr">
      <vt:lpstr>1_Tema do Office</vt:lpstr>
      <vt:lpstr>Funcionalidades módulo TRATAMENTO</vt:lpstr>
      <vt:lpstr>FUNCIONALIDADE 1 – Quadro de Informações</vt:lpstr>
      <vt:lpstr>FUNCIONALIDADE 2 – TESTE DE SINTOMAS E NÍVEL DE URGÊNCIA </vt:lpstr>
      <vt:lpstr>FUNCIONALIDADE 2 – teste de sintomas e nível de urgência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Funcionalidades módulo TRATAMENTO</dc:title>
  <dc:creator>Usuario</dc:creator>
  <cp:lastModifiedBy>Usuario</cp:lastModifiedBy>
  <cp:revision>5</cp:revision>
  <dcterms:created xsi:type="dcterms:W3CDTF">2021-11-15T11:44:59Z</dcterms:created>
  <dcterms:modified xsi:type="dcterms:W3CDTF">2021-11-15T14:50:07Z</dcterms:modified>
</cp:coreProperties>
</file>