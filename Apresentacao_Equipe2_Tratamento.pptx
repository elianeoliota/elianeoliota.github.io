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465" r:id="rId2"/>
    <p:sldId id="262" r:id="rId3"/>
    <p:sldId id="2477" r:id="rId4"/>
    <p:sldId id="247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80EB2-89BE-437F-8D77-56C1BE74894C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8792-238F-43FF-8A37-2844A12E9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109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B34ED-4CDD-41C9-90F7-D768D5559A6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89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B34ED-4CDD-41C9-90F7-D768D5559A6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40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B34ED-4CDD-41C9-90F7-D768D5559A6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172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B34ED-4CDD-41C9-90F7-D768D5559A6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69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pt-BR" spc="300" noProof="0"/>
              <a:t>ANÁLISE ANUAL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pt-BR" noProof="0"/>
              <a:t>Clique para editar os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22438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pt-BR" noProof="0"/>
              <a:t>Título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5742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pt-BR" noProof="0"/>
              <a:t>CLIQUE PARA EDITAR OS ESTILOS DE TEXTO MESTRE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6" name="Espaço Reservado para Conteúdo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t-BR" sz="1600" noProof="0">
                <a:cs typeface="Biome Light" panose="020B0303030204020804" pitchFamily="34" charset="0"/>
              </a:rPr>
              <a:t>Clique para editar o estilo do texto mestre.</a:t>
            </a:r>
          </a:p>
          <a:p>
            <a:pPr marL="0" indent="0" rtl="0">
              <a:buNone/>
            </a:pPr>
            <a:endParaRPr lang="pt-BR" noProof="0"/>
          </a:p>
        </p:txBody>
      </p:sp>
      <p:sp>
        <p:nvSpPr>
          <p:cNvPr id="17" name="Espaço Reservado para o Número do Slide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5062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7570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pt-BR" noProof="0"/>
              <a:t>TÍTULO DO SLIDE AQUI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9" name="Espaço Reservado para o Número do Slide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Imagem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Imagem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2" name="Espaço Reservado para Imagem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3" name="Espaço Reservado para Imagem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06347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0312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85644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t-BR" sz="4800" noProof="0"/>
              <a:t>Clique para editar o estilo de título Mestre</a:t>
            </a:r>
          </a:p>
        </p:txBody>
      </p:sp>
      <p:sp>
        <p:nvSpPr>
          <p:cNvPr id="19" name="Espaço Reservado para Imagem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t-BR" spc="3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t-BR" spc="3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14" name="Espaço Reservado para Conteúdo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noProof="0">
                <a:solidFill>
                  <a:schemeClr val="tx1"/>
                </a:solidFill>
              </a:rPr>
              <a:t>Clique para editar o texto Mestre</a:t>
            </a:r>
          </a:p>
        </p:txBody>
      </p:sp>
      <p:sp>
        <p:nvSpPr>
          <p:cNvPr id="20" name="Espaço Reservado para o Número do Slide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704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t-BR" sz="4800" noProof="0"/>
              <a:t>Clique para editar o estilo de título Mestre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 dirty="0"/>
              <a:t>CLIQUE PARA EDITAR OS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5" name="Espaço Reservado para Imagem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6" name="Espaço Reservado para Imagem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9" name="Espaço Reservado para Texto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/>
              <a:t>CLIQUE PARA EDITAR OS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30" name="Espaço Reservado para Texto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/>
              <a:t>CLIQUE PARA EDITAR OS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31" name="Espaço reservado para o número do slide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089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6" name="Espaço Reservado para Conteúdo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t-BR" sz="1600" noProof="0">
                <a:cs typeface="Biome Light" panose="020B0303030204020804" pitchFamily="34" charset="0"/>
              </a:rPr>
              <a:t>Clique para editar o estilo do texto mestre.</a:t>
            </a:r>
          </a:p>
          <a:p>
            <a:pPr marL="0" indent="0" rtl="0">
              <a:buNone/>
            </a:pPr>
            <a:endParaRPr lang="pt-BR" noProof="0"/>
          </a:p>
        </p:txBody>
      </p:sp>
      <p:sp>
        <p:nvSpPr>
          <p:cNvPr id="17" name="Espaço Reservado para o Número do Slide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042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pt-BR" sz="4000" spc="300" noProof="0"/>
              <a:t>Clique para editar o estilo de título Mestre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34" name="Espaço Reservado para Imagem Online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Ícone</a:t>
            </a:r>
          </a:p>
        </p:txBody>
      </p:sp>
      <p:sp>
        <p:nvSpPr>
          <p:cNvPr id="35" name="Espaço Reservado para Imagem Online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Ícone</a:t>
            </a:r>
          </a:p>
        </p:txBody>
      </p:sp>
      <p:sp>
        <p:nvSpPr>
          <p:cNvPr id="36" name="Espaço Reservado para Imagem Online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Ícone</a:t>
            </a:r>
          </a:p>
        </p:txBody>
      </p:sp>
    </p:spTree>
    <p:extLst>
      <p:ext uri="{BB962C8B-B14F-4D97-AF65-F5344CB8AC3E}">
        <p14:creationId xmlns:p14="http://schemas.microsoft.com/office/powerpoint/2010/main" val="2590827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1839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727" y="1564105"/>
            <a:ext cx="6514490" cy="263628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Funcionalidades módulo TRATAMENTO</a:t>
            </a:r>
          </a:p>
        </p:txBody>
      </p:sp>
      <p:pic>
        <p:nvPicPr>
          <p:cNvPr id="8" name="Espaço Reservado para Imagem 7" descr="detalhe de um código de computador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>
          <a:xfrm>
            <a:off x="-1" y="0"/>
            <a:ext cx="5618747" cy="6867922"/>
          </a:xfrm>
        </p:spPr>
      </p:pic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6145" y="6264197"/>
            <a:ext cx="3090176" cy="365125"/>
          </a:xfrm>
        </p:spPr>
        <p:txBody>
          <a:bodyPr rtlCol="0"/>
          <a:lstStyle/>
          <a:p>
            <a:pPr rtl="0"/>
            <a:r>
              <a:rPr lang="pt-BR" dirty="0"/>
              <a:t>Vamos Mergulhar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2E478F-E849-4A8C-AF1F-CBCC78A7CB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681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sz="4800" spc="300" dirty="0"/>
              <a:t>FUNCIONALIDADE 1 – Quadro de Informações</a:t>
            </a:r>
            <a:endParaRPr lang="pt-BR" sz="4800" spc="300" dirty="0">
              <a:cs typeface="Calibri Light"/>
            </a:endParaRP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2E478F-E849-4A8C-AF1F-CBCC78A7CB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1DA4361-2821-41FD-AD77-228CCC7AE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53" y="1808747"/>
            <a:ext cx="8176590" cy="4599333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105A779-7A58-4222-ABB7-2C277EC26FCD}"/>
              </a:ext>
            </a:extLst>
          </p:cNvPr>
          <p:cNvSpPr txBox="1"/>
          <p:nvPr/>
        </p:nvSpPr>
        <p:spPr>
          <a:xfrm>
            <a:off x="198783" y="1944875"/>
            <a:ext cx="31407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Informações sobre o tratamento da Covid-19 de fontes confiáveis;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Percentuais sobre a gravidade dos tratamentos;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Dicas de saúde para pessoas infectadas;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Direcionamento para a funcionalidade 2 do módulo.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26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55" y="265547"/>
            <a:ext cx="11002962" cy="1888762"/>
          </a:xfrm>
        </p:spPr>
        <p:txBody>
          <a:bodyPr rtlCol="0" anchor="ctr">
            <a:normAutofit/>
          </a:bodyPr>
          <a:lstStyle/>
          <a:p>
            <a:r>
              <a:rPr lang="pt-BR" sz="4800" spc="300">
                <a:ea typeface="+mj-lt"/>
                <a:cs typeface="+mj-lt"/>
              </a:rPr>
              <a:t>FUNCIONALIDADE 2 – TESTE DE SINTOMAS E NÍVEL DE URGÊNCIA</a:t>
            </a:r>
          </a:p>
          <a:p>
            <a:endParaRPr lang="pt-BR" sz="4800" spc="300" dirty="0">
              <a:cs typeface="Calibri Light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016" y="4233810"/>
            <a:ext cx="5432929" cy="49450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pt-BR" spc="250">
                <a:ea typeface="+mn-lt"/>
                <a:cs typeface="+mn-lt"/>
              </a:rPr>
              <a:t>Cálculo dos sintomas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9016" y="4233810"/>
            <a:ext cx="5183188" cy="4945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000" spc="250">
                <a:ea typeface="+mn-lt"/>
                <a:cs typeface="+mn-lt"/>
              </a:rPr>
              <a:t>Urgência baixa</a:t>
            </a:r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889048"/>
            <a:ext cx="5157787" cy="1681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Usuário seleciona seus sintomas </a:t>
            </a:r>
            <a:endParaRPr lang="pt-BR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Nível de gravidade dos sintomas </a:t>
            </a:r>
            <a:endParaRPr lang="pt-BR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Nível de urgência para teste de covid</a:t>
            </a:r>
            <a:endParaRPr lang="pt-BR">
              <a:cs typeface="Calibri"/>
            </a:endParaRP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FFBC808-1837-4C36-BFF0-135B8C104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1198" y="4889048"/>
            <a:ext cx="5183188" cy="1715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Selecionando alguns sintomas leves, o nível de urgência para fazer um teste de covid é baixo</a:t>
            </a:r>
            <a:endParaRPr lang="pt-BR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Recomendação de monitoramento da saúde, uso de máscaras e álcool em gel e distanciamento socia</a:t>
            </a:r>
            <a:endParaRPr lang="pt-BR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Em caso de piora dos sintomas, entrar em contato com o médico</a:t>
            </a:r>
            <a:endParaRPr lang="pt-BR">
              <a:cs typeface="Calibri"/>
            </a:endParaRP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2E478F-E849-4A8C-AF1F-CBCC78A7CB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m 16" descr="Diagrama&#10;&#10;Descrição gerada automaticamente">
            <a:extLst>
              <a:ext uri="{FF2B5EF4-FFF2-40B4-BE49-F238E27FC236}">
                <a16:creationId xmlns:a16="http://schemas.microsoft.com/office/drawing/2014/main" id="{AFCF6FEB-FC5F-4D4E-AAD2-DC43BF4016F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6350" b="6350"/>
          <a:stretch/>
        </p:blipFill>
        <p:spPr>
          <a:xfrm>
            <a:off x="472319" y="2065482"/>
            <a:ext cx="4643362" cy="1984663"/>
          </a:xfrm>
        </p:spPr>
      </p:pic>
      <p:pic>
        <p:nvPicPr>
          <p:cNvPr id="13" name="Imagem 14" descr="Texto, Carta&#10;&#10;Descrição gerada automaticamente">
            <a:extLst>
              <a:ext uri="{FF2B5EF4-FFF2-40B4-BE49-F238E27FC236}">
                <a16:creationId xmlns:a16="http://schemas.microsoft.com/office/drawing/2014/main" id="{189A4D19-39F0-4CA0-95F6-5B0F65B1A45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/>
          <a:srcRect t="8006" b="8006"/>
          <a:stretch/>
        </p:blipFill>
        <p:spPr>
          <a:xfrm>
            <a:off x="6460291" y="2157845"/>
            <a:ext cx="4330637" cy="1892300"/>
          </a:xfrm>
        </p:spPr>
      </p:pic>
    </p:spTree>
    <p:extLst>
      <p:ext uri="{BB962C8B-B14F-4D97-AF65-F5344CB8AC3E}">
        <p14:creationId xmlns:p14="http://schemas.microsoft.com/office/powerpoint/2010/main" val="43914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2">
            <a:extLst>
              <a:ext uri="{FF2B5EF4-FFF2-40B4-BE49-F238E27FC236}">
                <a16:creationId xmlns:a16="http://schemas.microsoft.com/office/drawing/2014/main" id="{93863800-85E5-44A7-96E9-521CE882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sz="4800" spc="300" dirty="0"/>
              <a:t>FUNCIONALIDADE 2 – teste de </a:t>
            </a:r>
            <a:r>
              <a:rPr lang="pt-BR" sz="4800" spc="300"/>
              <a:t>sintomas e nível de urgência</a:t>
            </a:r>
            <a:endParaRPr lang="pt-BR" sz="4800" spc="300">
              <a:cs typeface="Calibri Light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409A73-2FDB-4725-9558-77B4ACF92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964020" cy="62150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pt-BR" spc="250"/>
              <a:t>NÍVEL DE URGÊNCIA: MODERADO E GRAVE</a:t>
            </a:r>
            <a:endParaRPr lang="pt-BR" spc="250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FBB0776-0624-4A97-8BD3-03CF60228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99743" y="3864355"/>
            <a:ext cx="5183188" cy="4945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000" spc="250">
                <a:cs typeface="Calibri"/>
              </a:rPr>
              <a:t>EM SÍNTESE...</a:t>
            </a:r>
            <a:endParaRPr lang="pt-BR" sz="2000" spc="250" dirty="0">
              <a:cs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6D0F54D-A602-4D35-8BE1-6B9BE80789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cs typeface="Calibri"/>
              </a:rPr>
              <a:t>Referência de sites mencionados na documentação</a:t>
            </a:r>
            <a:endParaRPr lang="pt-BR" sz="1400" dirty="0">
              <a:cs typeface="Calibri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cs typeface="Calibri"/>
              </a:rPr>
              <a:t>1 sintoma grave e outros comuns ou não: nível de urgência para teste é </a:t>
            </a:r>
            <a:r>
              <a:rPr lang="pt-BR" sz="1400" dirty="0">
                <a:cs typeface="Calibri"/>
              </a:rPr>
              <a:t>moderado</a:t>
            </a:r>
            <a:endParaRPr lang="pt-BR" sz="1400">
              <a:cs typeface="Calibri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cs typeface="Calibri"/>
              </a:rPr>
              <a:t>Todos os sintomas graves e mais outros que forem marcados: nível de urgência para teste é grave.</a:t>
            </a:r>
            <a:endParaRPr lang="pt-BR" sz="1400" dirty="0">
              <a:cs typeface="Calibri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pt-BR" sz="1400" dirty="0">
              <a:cs typeface="Calibri"/>
            </a:endParaRP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FFBC808-1837-4C36-BFF0-135B8C1042A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Ainda não existe um tratamento comprovado.</a:t>
            </a:r>
            <a:endParaRPr lang="pt-BR" sz="1400" dirty="0">
              <a:solidFill>
                <a:schemeClr val="tx1"/>
              </a:solidFill>
              <a:cs typeface="Calibri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Outra utilidade que poderia ser estipulada: Análise de dados do teste respondido pelos usuários</a:t>
            </a:r>
            <a:endParaRPr lang="pt-BR" sz="1400" dirty="0">
              <a:cs typeface="Calibri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>
                <a:ea typeface="+mn-lt"/>
                <a:cs typeface="+mn-lt"/>
              </a:rPr>
              <a:t>HTML, CSS, </a:t>
            </a:r>
            <a:r>
              <a:rPr lang="pt-BR" sz="1400" err="1">
                <a:ea typeface="+mn-lt"/>
                <a:cs typeface="+mn-lt"/>
              </a:rPr>
              <a:t>JavaScript</a:t>
            </a:r>
            <a:r>
              <a:rPr lang="pt-BR" sz="1400">
                <a:ea typeface="+mn-lt"/>
                <a:cs typeface="+mn-lt"/>
              </a:rPr>
              <a:t> e API do Google Maps. 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pt-BR" sz="1400" dirty="0">
              <a:cs typeface="Calibri"/>
            </a:endParaRP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8E69FE38-B9E0-4441-8A00-92DDB88D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2E478F-E849-4A8C-AF1F-CBCC78A7CB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m 26" descr="Gráfico, Gráfico de funil&#10;&#10;Descrição gerada automaticamente">
            <a:extLst>
              <a:ext uri="{FF2B5EF4-FFF2-40B4-BE49-F238E27FC236}">
                <a16:creationId xmlns:a16="http://schemas.microsoft.com/office/drawing/2014/main" id="{DBAF0E04-2CD0-4840-92F2-12E217E41A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3267" b="3267"/>
          <a:stretch/>
        </p:blipFill>
        <p:spPr>
          <a:xfrm>
            <a:off x="772913" y="1626755"/>
            <a:ext cx="5035082" cy="2238663"/>
          </a:xfrm>
        </p:spPr>
      </p:pic>
      <p:pic>
        <p:nvPicPr>
          <p:cNvPr id="24" name="Imagem 25" descr="Nível de urgência grave.">
            <a:extLst>
              <a:ext uri="{FF2B5EF4-FFF2-40B4-BE49-F238E27FC236}">
                <a16:creationId xmlns:a16="http://schemas.microsoft.com/office/drawing/2014/main" id="{F8E1C3B6-0773-464D-BC58-D3FEB4C649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/>
          <a:srcRect t="2160" b="2160"/>
          <a:stretch/>
        </p:blipFill>
        <p:spPr>
          <a:xfrm>
            <a:off x="6602636" y="1626755"/>
            <a:ext cx="5154310" cy="2238663"/>
          </a:xfrm>
        </p:spPr>
      </p:pic>
    </p:spTree>
    <p:extLst>
      <p:ext uri="{BB962C8B-B14F-4D97-AF65-F5344CB8AC3E}">
        <p14:creationId xmlns:p14="http://schemas.microsoft.com/office/powerpoint/2010/main" val="110112815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66_TF55661986_Win32" id="{BB58C8DE-9511-4B43-8697-806BDB465BDD}" vid="{64A371BB-1EDC-4313-8E20-9F2D9934D46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</Words>
  <Application>Microsoft Office PowerPoint</Application>
  <PresentationFormat>Widescreen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1_Tema do Office</vt:lpstr>
      <vt:lpstr>Funcionalidades módulo TRATAMENTO</vt:lpstr>
      <vt:lpstr>FUNCIONALIDADE 1 – Quadro de Informações</vt:lpstr>
      <vt:lpstr>FUNCIONALIDADE 2 – TESTE DE SINTOMAS E NÍVEL DE URGÊNCIA </vt:lpstr>
      <vt:lpstr>FUNCIONALIDADE 2 – teste de sintomas e nível de urgência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Funcionalidades módulo TRATAMENTO</dc:title>
  <dc:creator>Usuario</dc:creator>
  <cp:lastModifiedBy>Usuario</cp:lastModifiedBy>
  <cp:revision>1</cp:revision>
  <dcterms:created xsi:type="dcterms:W3CDTF">2021-11-15T11:44:59Z</dcterms:created>
  <dcterms:modified xsi:type="dcterms:W3CDTF">2021-11-15T11:46:00Z</dcterms:modified>
</cp:coreProperties>
</file>